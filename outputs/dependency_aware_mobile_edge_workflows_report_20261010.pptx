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c9c527613d4235" /><Relationship Type="http://schemas.openxmlformats.org/officeDocument/2006/relationships/extended-properties" Target="/docProps/app.xml" Id="R462d27fb0b27472f" /><Relationship Type="http://schemas.openxmlformats.org/officeDocument/2006/relationships/officeDocument" Target="/ppt/presentation.xml" Id="Rca2d35bca75d49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b7408b9eb64da3"/>
  </p:sldMasterIdLst>
  <p:notesMasterIdLst>
    <p:notesMasterId xmlns:r="http://schemas.openxmlformats.org/officeDocument/2006/relationships" r:id="R78cc4ff19b2f46c0"/>
  </p:notesMasterIdLst>
  <p:sldIdLst>
    <p:sldId xmlns:r="http://schemas.openxmlformats.org/officeDocument/2006/relationships" id="256" r:id="R8b36263e5edf4f15"/>
    <p:sldId xmlns:r="http://schemas.openxmlformats.org/officeDocument/2006/relationships" id="257" r:id="Ra050e8009b124ddf"/>
    <p:sldId xmlns:r="http://schemas.openxmlformats.org/officeDocument/2006/relationships" id="258" r:id="Rf567a6b94ce448ab"/>
    <p:sldId xmlns:r="http://schemas.openxmlformats.org/officeDocument/2006/relationships" id="259" r:id="R7931d08a25ae4d4d"/>
    <p:sldId xmlns:r="http://schemas.openxmlformats.org/officeDocument/2006/relationships" id="260" r:id="R9dbc80eb65cb4723"/>
    <p:sldId xmlns:r="http://schemas.openxmlformats.org/officeDocument/2006/relationships" id="261" r:id="R3594e1a31a81498b"/>
    <p:sldId xmlns:r="http://schemas.openxmlformats.org/officeDocument/2006/relationships" id="262" r:id="R7e9d7b37fd944078"/>
    <p:sldId xmlns:r="http://schemas.openxmlformats.org/officeDocument/2006/relationships" id="263" r:id="R6877292508764abd"/>
    <p:sldId xmlns:r="http://schemas.openxmlformats.org/officeDocument/2006/relationships" id="264" r:id="Rc4ce95741d954ab8"/>
    <p:sldId xmlns:r="http://schemas.openxmlformats.org/officeDocument/2006/relationships" id="265" r:id="Rb274a9164ef444fc"/>
    <p:sldId xmlns:r="http://schemas.openxmlformats.org/officeDocument/2006/relationships" id="266" r:id="R8d78fef46489482c"/>
    <p:sldId xmlns:r="http://schemas.openxmlformats.org/officeDocument/2006/relationships" id="267" r:id="R735f4e204b7b480d"/>
    <p:sldId xmlns:r="http://schemas.openxmlformats.org/officeDocument/2006/relationships" id="268" r:id="Ra31bca0f6ff9485a"/>
    <p:sldId xmlns:r="http://schemas.openxmlformats.org/officeDocument/2006/relationships" id="269" r:id="R894eeeb0aeee4026"/>
    <p:sldId xmlns:r="http://schemas.openxmlformats.org/officeDocument/2006/relationships" id="270" r:id="R4f8b93c8e91a4130"/>
    <p:sldId xmlns:r="http://schemas.openxmlformats.org/officeDocument/2006/relationships" id="271" r:id="R47815969a9494897"/>
    <p:sldId xmlns:r="http://schemas.openxmlformats.org/officeDocument/2006/relationships" id="272" r:id="R228f3f08d1d342b1"/>
    <p:sldId xmlns:r="http://schemas.openxmlformats.org/officeDocument/2006/relationships" id="273" r:id="R06679775f5894298"/>
    <p:sldId xmlns:r="http://schemas.openxmlformats.org/officeDocument/2006/relationships" id="274" r:id="Ra5a77da498d443f2"/>
    <p:sldId xmlns:r="http://schemas.openxmlformats.org/officeDocument/2006/relationships" id="275" r:id="R254ae22b6c104f35"/>
    <p:sldId xmlns:r="http://schemas.openxmlformats.org/officeDocument/2006/relationships" id="276" r:id="R1750941579fc40da"/>
    <p:sldId xmlns:r="http://schemas.openxmlformats.org/officeDocument/2006/relationships" id="277" r:id="Rd44564aea2b74c7d"/>
    <p:sldId xmlns:r="http://schemas.openxmlformats.org/officeDocument/2006/relationships" id="278" r:id="Ra90555e59d8645b6"/>
    <p:sldId xmlns:r="http://schemas.openxmlformats.org/officeDocument/2006/relationships" id="279" r:id="Rb91f219078ec4309"/>
    <p:sldId xmlns:r="http://schemas.openxmlformats.org/officeDocument/2006/relationships" id="280" r:id="R8bc35bd3feb64b73"/>
    <p:sldId xmlns:r="http://schemas.openxmlformats.org/officeDocument/2006/relationships" id="281" r:id="R4849f05a5ed94bf3"/>
    <p:sldId xmlns:r="http://schemas.openxmlformats.org/officeDocument/2006/relationships" id="282" r:id="Redb1d28768c14edc"/>
    <p:sldId xmlns:r="http://schemas.openxmlformats.org/officeDocument/2006/relationships" id="283" r:id="R65a56254544044ca"/>
    <p:sldId xmlns:r="http://schemas.openxmlformats.org/officeDocument/2006/relationships" id="284" r:id="R0ca44bd489a64203"/>
    <p:sldId xmlns:r="http://schemas.openxmlformats.org/officeDocument/2006/relationships" id="285" r:id="Rda64e15e8c35499d"/>
    <p:sldId xmlns:r="http://schemas.openxmlformats.org/officeDocument/2006/relationships" id="286" r:id="Ra07b8cafc6d24f5f"/>
    <p:sldId xmlns:r="http://schemas.openxmlformats.org/officeDocument/2006/relationships" id="287" r:id="R337b4d8db0b2493a"/>
    <p:sldId xmlns:r="http://schemas.openxmlformats.org/officeDocument/2006/relationships" id="288" r:id="Rdea56a7698a44f11"/>
    <p:sldId xmlns:r="http://schemas.openxmlformats.org/officeDocument/2006/relationships" id="289" r:id="R5612d0cc0ed5462f"/>
    <p:sldId xmlns:r="http://schemas.openxmlformats.org/officeDocument/2006/relationships" id="290" r:id="Re95982dc736b4b80"/>
    <p:sldId xmlns:r="http://schemas.openxmlformats.org/officeDocument/2006/relationships" id="291" r:id="R02dbfae6b5ca4a1f"/>
    <p:sldId xmlns:r="http://schemas.openxmlformats.org/officeDocument/2006/relationships" id="292" r:id="R1e4ffecd79184cbc"/>
    <p:sldId xmlns:r="http://schemas.openxmlformats.org/officeDocument/2006/relationships" id="293" r:id="R70c7a289eb474987"/>
    <p:sldId xmlns:r="http://schemas.openxmlformats.org/officeDocument/2006/relationships" id="294" r:id="Rf2b1b733e3c44989"/>
    <p:sldId xmlns:r="http://schemas.openxmlformats.org/officeDocument/2006/relationships" id="295" r:id="Rca01a51b25ed4df3"/>
    <p:sldId xmlns:r="http://schemas.openxmlformats.org/officeDocument/2006/relationships" id="296" r:id="R602f70322c9a4663"/>
    <p:sldId xmlns:r="http://schemas.openxmlformats.org/officeDocument/2006/relationships" id="297" r:id="R1840e8b67a6241ae"/>
    <p:sldId xmlns:r="http://schemas.openxmlformats.org/officeDocument/2006/relationships" id="298" r:id="Rd09084b5ad7d4a70"/>
    <p:sldId xmlns:r="http://schemas.openxmlformats.org/officeDocument/2006/relationships" id="299" r:id="Rb44175f3962e42e6"/>
    <p:sldId xmlns:r="http://schemas.openxmlformats.org/officeDocument/2006/relationships" id="300" r:id="R2755ef3b5dd049c2"/>
    <p:sldId xmlns:r="http://schemas.openxmlformats.org/officeDocument/2006/relationships" id="301" r:id="Ra27f5df9467348be"/>
    <p:sldId xmlns:r="http://schemas.openxmlformats.org/officeDocument/2006/relationships" id="302" r:id="Rc923df044fba4a4d"/>
    <p:sldId xmlns:r="http://schemas.openxmlformats.org/officeDocument/2006/relationships" id="303" r:id="R77bf5043aa0d4ad3"/>
    <p:sldId xmlns:r="http://schemas.openxmlformats.org/officeDocument/2006/relationships" id="304" r:id="R262ca84fa34440f1"/>
    <p:sldId xmlns:r="http://schemas.openxmlformats.org/officeDocument/2006/relationships" id="305" r:id="R8f74054ddd1744b5"/>
    <p:sldId xmlns:r="http://schemas.openxmlformats.org/officeDocument/2006/relationships" id="306" r:id="Rd97d94af7c694d5f"/>
    <p:sldId xmlns:r="http://schemas.openxmlformats.org/officeDocument/2006/relationships" id="307" r:id="Rd35e17aeef6c4e2e"/>
    <p:sldId xmlns:r="http://schemas.openxmlformats.org/officeDocument/2006/relationships" id="308" r:id="Rdfb6411cf9164842"/>
    <p:sldId xmlns:r="http://schemas.openxmlformats.org/officeDocument/2006/relationships" id="309" r:id="R11a100444da64fd1"/>
    <p:sldId xmlns:r="http://schemas.openxmlformats.org/officeDocument/2006/relationships" id="310" r:id="Rb828b32494f44e0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eb87998ec794599" /><Relationship Type="http://schemas.openxmlformats.org/officeDocument/2006/relationships/slideMaster" Target="/ppt/slideMasters/slideMaster1.xml" Id="R76b7408b9eb64da3" /><Relationship Type="http://schemas.openxmlformats.org/officeDocument/2006/relationships/notesMaster" Target="/ppt/notesMasters/notesMaster1.xml" Id="R78cc4ff19b2f46c0" /><Relationship Type="http://schemas.openxmlformats.org/officeDocument/2006/relationships/presProps" Target="/ppt/presProps.xml" Id="Ra8db6372de9240e0" /><Relationship Type="http://schemas.openxmlformats.org/officeDocument/2006/relationships/tableStyles" Target="/ppt/tableStyles.xml" Id="Rd7eb4953e261472f" /><Relationship Type="http://schemas.openxmlformats.org/officeDocument/2006/relationships/slide" Target="/ppt/slides/slide1.xml" Id="R8b36263e5edf4f15" /><Relationship Type="http://schemas.openxmlformats.org/officeDocument/2006/relationships/slide" Target="/ppt/slides/slide2.xml" Id="Ra050e8009b124ddf" /><Relationship Type="http://schemas.openxmlformats.org/officeDocument/2006/relationships/slide" Target="/ppt/slides/slide3.xml" Id="Rf567a6b94ce448ab" /><Relationship Type="http://schemas.openxmlformats.org/officeDocument/2006/relationships/slide" Target="/ppt/slides/slide4.xml" Id="R7931d08a25ae4d4d" /><Relationship Type="http://schemas.openxmlformats.org/officeDocument/2006/relationships/slide" Target="/ppt/slides/slide5.xml" Id="R9dbc80eb65cb4723" /><Relationship Type="http://schemas.openxmlformats.org/officeDocument/2006/relationships/slide" Target="/ppt/slides/slide6.xml" Id="R3594e1a31a81498b" /><Relationship Type="http://schemas.openxmlformats.org/officeDocument/2006/relationships/slide" Target="/ppt/slides/slide7.xml" Id="R7e9d7b37fd944078" /><Relationship Type="http://schemas.openxmlformats.org/officeDocument/2006/relationships/slide" Target="/ppt/slides/slide8.xml" Id="R6877292508764abd" /><Relationship Type="http://schemas.openxmlformats.org/officeDocument/2006/relationships/slide" Target="/ppt/slides/slide9.xml" Id="Rc4ce95741d954ab8" /><Relationship Type="http://schemas.openxmlformats.org/officeDocument/2006/relationships/slide" Target="/ppt/slides/slide10.xml" Id="Rb274a9164ef444fc" /><Relationship Type="http://schemas.openxmlformats.org/officeDocument/2006/relationships/slide" Target="/ppt/slides/slide11.xml" Id="R8d78fef46489482c" /><Relationship Type="http://schemas.openxmlformats.org/officeDocument/2006/relationships/slide" Target="/ppt/slides/slide12.xml" Id="R735f4e204b7b480d" /><Relationship Type="http://schemas.openxmlformats.org/officeDocument/2006/relationships/slide" Target="/ppt/slides/slide13.xml" Id="Ra31bca0f6ff9485a" /><Relationship Type="http://schemas.openxmlformats.org/officeDocument/2006/relationships/slide" Target="/ppt/slides/slide14.xml" Id="R894eeeb0aeee4026" /><Relationship Type="http://schemas.openxmlformats.org/officeDocument/2006/relationships/slide" Target="/ppt/slides/slide15.xml" Id="R4f8b93c8e91a4130" /><Relationship Type="http://schemas.openxmlformats.org/officeDocument/2006/relationships/slide" Target="/ppt/slides/slide16.xml" Id="R47815969a9494897" /><Relationship Type="http://schemas.openxmlformats.org/officeDocument/2006/relationships/slide" Target="/ppt/slides/slide17.xml" Id="R228f3f08d1d342b1" /><Relationship Type="http://schemas.openxmlformats.org/officeDocument/2006/relationships/slide" Target="/ppt/slides/slide18.xml" Id="R06679775f5894298" /><Relationship Type="http://schemas.openxmlformats.org/officeDocument/2006/relationships/slide" Target="/ppt/slides/slide19.xml" Id="Ra5a77da498d443f2" /><Relationship Type="http://schemas.openxmlformats.org/officeDocument/2006/relationships/slide" Target="/ppt/slides/slide20.xml" Id="R254ae22b6c104f35" /><Relationship Type="http://schemas.openxmlformats.org/officeDocument/2006/relationships/slide" Target="/ppt/slides/slide21.xml" Id="R1750941579fc40da" /><Relationship Type="http://schemas.openxmlformats.org/officeDocument/2006/relationships/slide" Target="/ppt/slides/slide22.xml" Id="Rd44564aea2b74c7d" /><Relationship Type="http://schemas.openxmlformats.org/officeDocument/2006/relationships/slide" Target="/ppt/slides/slide23.xml" Id="Ra90555e59d8645b6" /><Relationship Type="http://schemas.openxmlformats.org/officeDocument/2006/relationships/slide" Target="/ppt/slides/slide24.xml" Id="Rb91f219078ec4309" /><Relationship Type="http://schemas.openxmlformats.org/officeDocument/2006/relationships/slide" Target="/ppt/slides/slide25.xml" Id="R8bc35bd3feb64b73" /><Relationship Type="http://schemas.openxmlformats.org/officeDocument/2006/relationships/slide" Target="/ppt/slides/slide26.xml" Id="R4849f05a5ed94bf3" /><Relationship Type="http://schemas.openxmlformats.org/officeDocument/2006/relationships/slide" Target="/ppt/slides/slide27.xml" Id="Redb1d28768c14edc" /><Relationship Type="http://schemas.openxmlformats.org/officeDocument/2006/relationships/slide" Target="/ppt/slides/slide28.xml" Id="R65a56254544044ca" /><Relationship Type="http://schemas.openxmlformats.org/officeDocument/2006/relationships/slide" Target="/ppt/slides/slide29.xml" Id="R0ca44bd489a64203" /><Relationship Type="http://schemas.openxmlformats.org/officeDocument/2006/relationships/slide" Target="/ppt/slides/slide30.xml" Id="Rda64e15e8c35499d" /><Relationship Type="http://schemas.openxmlformats.org/officeDocument/2006/relationships/slide" Target="/ppt/slides/slide31.xml" Id="Ra07b8cafc6d24f5f" /><Relationship Type="http://schemas.openxmlformats.org/officeDocument/2006/relationships/slide" Target="/ppt/slides/slide32.xml" Id="R337b4d8db0b2493a" /><Relationship Type="http://schemas.openxmlformats.org/officeDocument/2006/relationships/slide" Target="/ppt/slides/slide33.xml" Id="Rdea56a7698a44f11" /><Relationship Type="http://schemas.openxmlformats.org/officeDocument/2006/relationships/slide" Target="/ppt/slides/slide34.xml" Id="R5612d0cc0ed5462f" /><Relationship Type="http://schemas.openxmlformats.org/officeDocument/2006/relationships/slide" Target="/ppt/slides/slide35.xml" Id="Re95982dc736b4b80" /><Relationship Type="http://schemas.openxmlformats.org/officeDocument/2006/relationships/slide" Target="/ppt/slides/slide36.xml" Id="R02dbfae6b5ca4a1f" /><Relationship Type="http://schemas.openxmlformats.org/officeDocument/2006/relationships/slide" Target="/ppt/slides/slide37.xml" Id="R1e4ffecd79184cbc" /><Relationship Type="http://schemas.openxmlformats.org/officeDocument/2006/relationships/slide" Target="/ppt/slides/slide38.xml" Id="R70c7a289eb474987" /><Relationship Type="http://schemas.openxmlformats.org/officeDocument/2006/relationships/slide" Target="/ppt/slides/slide39.xml" Id="Rf2b1b733e3c44989" /><Relationship Type="http://schemas.openxmlformats.org/officeDocument/2006/relationships/slide" Target="/ppt/slides/slide40.xml" Id="Rca01a51b25ed4df3" /><Relationship Type="http://schemas.openxmlformats.org/officeDocument/2006/relationships/slide" Target="/ppt/slides/slide41.xml" Id="R602f70322c9a4663" /><Relationship Type="http://schemas.openxmlformats.org/officeDocument/2006/relationships/slide" Target="/ppt/slides/slide42.xml" Id="R1840e8b67a6241ae" /><Relationship Type="http://schemas.openxmlformats.org/officeDocument/2006/relationships/slide" Target="/ppt/slides/slide43.xml" Id="Rd09084b5ad7d4a70" /><Relationship Type="http://schemas.openxmlformats.org/officeDocument/2006/relationships/slide" Target="/ppt/slides/slide44.xml" Id="Rb44175f3962e42e6" /><Relationship Type="http://schemas.openxmlformats.org/officeDocument/2006/relationships/slide" Target="/ppt/slides/slide45.xml" Id="R2755ef3b5dd049c2" /><Relationship Type="http://schemas.openxmlformats.org/officeDocument/2006/relationships/slide" Target="/ppt/slides/slide46.xml" Id="Ra27f5df9467348be" /><Relationship Type="http://schemas.openxmlformats.org/officeDocument/2006/relationships/slide" Target="/ppt/slides/slide47.xml" Id="Rc923df044fba4a4d" /><Relationship Type="http://schemas.openxmlformats.org/officeDocument/2006/relationships/slide" Target="/ppt/slides/slide48.xml" Id="R77bf5043aa0d4ad3" /><Relationship Type="http://schemas.openxmlformats.org/officeDocument/2006/relationships/slide" Target="/ppt/slides/slide49.xml" Id="R262ca84fa34440f1" /><Relationship Type="http://schemas.openxmlformats.org/officeDocument/2006/relationships/slide" Target="/ppt/slides/slide50.xml" Id="R8f74054ddd1744b5" /><Relationship Type="http://schemas.openxmlformats.org/officeDocument/2006/relationships/slide" Target="/ppt/slides/slide51.xml" Id="Rd97d94af7c694d5f" /><Relationship Type="http://schemas.openxmlformats.org/officeDocument/2006/relationships/slide" Target="/ppt/slides/slide52.xml" Id="Rd35e17aeef6c4e2e" /><Relationship Type="http://schemas.openxmlformats.org/officeDocument/2006/relationships/slide" Target="/ppt/slides/slide53.xml" Id="Rdfb6411cf9164842" /><Relationship Type="http://schemas.openxmlformats.org/officeDocument/2006/relationships/slide" Target="/ppt/slides/slide54.xml" Id="R11a100444da64fd1" /><Relationship Type="http://schemas.openxmlformats.org/officeDocument/2006/relationships/slide" Target="/ppt/slides/slide55.xml" Id="Rb828b32494f44e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0c2f42834e4f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617ea95f85491d" /><Relationship Type="http://schemas.openxmlformats.org/officeDocument/2006/relationships/notesMaster" Target="/ppt/notesMasters/notesMaster1.xml" Id="Ra2cf423b5e30480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a16a6935cf44f0" /><Relationship Type="http://schemas.openxmlformats.org/officeDocument/2006/relationships/notesMaster" Target="/ppt/notesMasters/notesMaster1.xml" Id="Reaa818c245c94e9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93943a09f584aa8" /><Relationship Type="http://schemas.openxmlformats.org/officeDocument/2006/relationships/notesMaster" Target="/ppt/notesMasters/notesMaster1.xml" Id="R7831ccfd80574a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25c3e8d943645a5" /><Relationship Type="http://schemas.openxmlformats.org/officeDocument/2006/relationships/notesMaster" Target="/ppt/notesMasters/notesMaster1.xml" Id="R1f9e7ce76ed143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c307fafcac04821" /><Relationship Type="http://schemas.openxmlformats.org/officeDocument/2006/relationships/notesMaster" Target="/ppt/notesMasters/notesMaster1.xml" Id="Rfb5b92af5785478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385ab0825c04bcc" /><Relationship Type="http://schemas.openxmlformats.org/officeDocument/2006/relationships/notesMaster" Target="/ppt/notesMasters/notesMaster1.xml" Id="R9f79d05587a5424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9f609c34c3846d5" /><Relationship Type="http://schemas.openxmlformats.org/officeDocument/2006/relationships/notesMaster" Target="/ppt/notesMasters/notesMaster1.xml" Id="R805ccf6cadc7409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de0ecb4c1954230" /><Relationship Type="http://schemas.openxmlformats.org/officeDocument/2006/relationships/notesMaster" Target="/ppt/notesMasters/notesMaster1.xml" Id="Rf0a773f2d2b3445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e471a65f45d45a5" /><Relationship Type="http://schemas.openxmlformats.org/officeDocument/2006/relationships/notesMaster" Target="/ppt/notesMasters/notesMaster1.xml" Id="Rbc65e78721d54e2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5e0171f264b4971" /><Relationship Type="http://schemas.openxmlformats.org/officeDocument/2006/relationships/notesMaster" Target="/ppt/notesMasters/notesMaster1.xml" Id="Ra147db6b98784c2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caae41cefbf4873" /><Relationship Type="http://schemas.openxmlformats.org/officeDocument/2006/relationships/notesMaster" Target="/ppt/notesMasters/notesMaster1.xml" Id="Rb22b4c04c65e4e4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883a4c8716f4319" /><Relationship Type="http://schemas.openxmlformats.org/officeDocument/2006/relationships/notesMaster" Target="/ppt/notesMasters/notesMaster1.xml" Id="Rc1e74f96a3844b9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2b47d372ef74587" /><Relationship Type="http://schemas.openxmlformats.org/officeDocument/2006/relationships/notesMaster" Target="/ppt/notesMasters/notesMaster1.xml" Id="R88fd193ea6574ef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34fd016fd114432" /><Relationship Type="http://schemas.openxmlformats.org/officeDocument/2006/relationships/notesMaster" Target="/ppt/notesMasters/notesMaster1.xml" Id="R9baca04685344f5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950acb2a11944f8" /><Relationship Type="http://schemas.openxmlformats.org/officeDocument/2006/relationships/notesMaster" Target="/ppt/notesMasters/notesMaster1.xml" Id="Rdd375a4c0582409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790f4b19ba5483d" /><Relationship Type="http://schemas.openxmlformats.org/officeDocument/2006/relationships/notesMaster" Target="/ppt/notesMasters/notesMaster1.xml" Id="R3255e3ee6f0e47a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9aacc463c174f28" /><Relationship Type="http://schemas.openxmlformats.org/officeDocument/2006/relationships/notesMaster" Target="/ppt/notesMasters/notesMaster1.xml" Id="Rdf08d470f7e34b6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dcbf2e77fc4406a" /><Relationship Type="http://schemas.openxmlformats.org/officeDocument/2006/relationships/notesMaster" Target="/ppt/notesMasters/notesMaster1.xml" Id="Rd96e00bf78c5454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f92ec8416eb47da" /><Relationship Type="http://schemas.openxmlformats.org/officeDocument/2006/relationships/notesMaster" Target="/ppt/notesMasters/notesMaster1.xml" Id="Re6dbd716828e4dd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1156945ea1f4861" /><Relationship Type="http://schemas.openxmlformats.org/officeDocument/2006/relationships/notesMaster" Target="/ppt/notesMasters/notesMaster1.xml" Id="Rbd041eabe50845e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c54e597021f4a63" /><Relationship Type="http://schemas.openxmlformats.org/officeDocument/2006/relationships/notesMaster" Target="/ppt/notesMasters/notesMaster1.xml" Id="R7fece00ebb95452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fca5f27293e4a7a" /><Relationship Type="http://schemas.openxmlformats.org/officeDocument/2006/relationships/notesMaster" Target="/ppt/notesMasters/notesMaster1.xml" Id="Rab94dc21e47a4d5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0f79e7b055d4231" /><Relationship Type="http://schemas.openxmlformats.org/officeDocument/2006/relationships/notesMaster" Target="/ppt/notesMasters/notesMaster1.xml" Id="Ra865a195b8c046a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49907f5deef4f70" /><Relationship Type="http://schemas.openxmlformats.org/officeDocument/2006/relationships/notesMaster" Target="/ppt/notesMasters/notesMaster1.xml" Id="R5f2c0dbb735e44d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56a98af0ce64b8f" /><Relationship Type="http://schemas.openxmlformats.org/officeDocument/2006/relationships/notesMaster" Target="/ppt/notesMasters/notesMaster1.xml" Id="Rca62d24cf60442b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74422907df34166" /><Relationship Type="http://schemas.openxmlformats.org/officeDocument/2006/relationships/notesMaster" Target="/ppt/notesMasters/notesMaster1.xml" Id="Rd089533acbcf481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73530c4025f40cd" /><Relationship Type="http://schemas.openxmlformats.org/officeDocument/2006/relationships/notesMaster" Target="/ppt/notesMasters/notesMaster1.xml" Id="R1056e8fd7db9494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1fa4c0cee274320" /><Relationship Type="http://schemas.openxmlformats.org/officeDocument/2006/relationships/notesMaster" Target="/ppt/notesMasters/notesMaster1.xml" Id="Rfee5ba2e4f8f4a1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14bd71487a4441c" /><Relationship Type="http://schemas.openxmlformats.org/officeDocument/2006/relationships/notesMaster" Target="/ppt/notesMasters/notesMaster1.xml" Id="Rb6fcaf9bd3a7407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e7d41a1ac654986" /><Relationship Type="http://schemas.openxmlformats.org/officeDocument/2006/relationships/notesMaster" Target="/ppt/notesMasters/notesMaster1.xml" Id="Rda5169a1babb4ff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eab3e7c90e73405a" /><Relationship Type="http://schemas.openxmlformats.org/officeDocument/2006/relationships/notesMaster" Target="/ppt/notesMasters/notesMaster1.xml" Id="Rc1575127957446a8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a923c1264964db7" /><Relationship Type="http://schemas.openxmlformats.org/officeDocument/2006/relationships/notesMaster" Target="/ppt/notesMasters/notesMaster1.xml" Id="Rf0f09512436a4168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f2b14aa462b44d92" /><Relationship Type="http://schemas.openxmlformats.org/officeDocument/2006/relationships/notesMaster" Target="/ppt/notesMasters/notesMaster1.xml" Id="R221f3b42ea7f46d8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31d5c70fd29a4b74" /><Relationship Type="http://schemas.openxmlformats.org/officeDocument/2006/relationships/notesMaster" Target="/ppt/notesMasters/notesMaster1.xml" Id="R1c23d92c723f4178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d23fd2d15cd243a7" /><Relationship Type="http://schemas.openxmlformats.org/officeDocument/2006/relationships/notesMaster" Target="/ppt/notesMasters/notesMaster1.xml" Id="Ra4221fee04364632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07ba7ea8f9884d08" /><Relationship Type="http://schemas.openxmlformats.org/officeDocument/2006/relationships/notesMaster" Target="/ppt/notesMasters/notesMaster1.xml" Id="R6070b9c5c6c943a1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b70fe00b032349d2" /><Relationship Type="http://schemas.openxmlformats.org/officeDocument/2006/relationships/notesMaster" Target="/ppt/notesMasters/notesMaster1.xml" Id="Rabcd6e8ae53a442c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395083cb6021477e" /><Relationship Type="http://schemas.openxmlformats.org/officeDocument/2006/relationships/notesMaster" Target="/ppt/notesMasters/notesMaster1.xml" Id="Rb17d4930798e422f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15d14683da474f81" /><Relationship Type="http://schemas.openxmlformats.org/officeDocument/2006/relationships/notesMaster" Target="/ppt/notesMasters/notesMaster1.xml" Id="Rbe0992c747fc416b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1fc1ab2539874ffd" /><Relationship Type="http://schemas.openxmlformats.org/officeDocument/2006/relationships/notesMaster" Target="/ppt/notesMasters/notesMaster1.xml" Id="R5023816248f44acd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1326cb7db9a64172" /><Relationship Type="http://schemas.openxmlformats.org/officeDocument/2006/relationships/notesMaster" Target="/ppt/notesMasters/notesMaster1.xml" Id="R9a53e3252f1b4dce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def2f6135abe4b90" /><Relationship Type="http://schemas.openxmlformats.org/officeDocument/2006/relationships/notesMaster" Target="/ppt/notesMasters/notesMaster1.xml" Id="R0fb425d8149e4ce9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1bf6ddbb29564343" /><Relationship Type="http://schemas.openxmlformats.org/officeDocument/2006/relationships/notesMaster" Target="/ppt/notesMasters/notesMaster1.xml" Id="Rc1e34ba1e2934765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8324e213263c4dad" /><Relationship Type="http://schemas.openxmlformats.org/officeDocument/2006/relationships/notesMaster" Target="/ppt/notesMasters/notesMaster1.xml" Id="Rb20e1866e96b47a3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b0c21fb0309440c4" /><Relationship Type="http://schemas.openxmlformats.org/officeDocument/2006/relationships/notesMaster" Target="/ppt/notesMasters/notesMaster1.xml" Id="R86712596a13b4ee7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99eaa9c9dabd4ef4" /><Relationship Type="http://schemas.openxmlformats.org/officeDocument/2006/relationships/notesMaster" Target="/ppt/notesMasters/notesMaster1.xml" Id="R44d80692b83541fe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e0a0cf4321cd47a5" /><Relationship Type="http://schemas.openxmlformats.org/officeDocument/2006/relationships/notesMaster" Target="/ppt/notesMasters/notesMaster1.xml" Id="R73e6fc0d426c479f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a74610465c1642f4" /><Relationship Type="http://schemas.openxmlformats.org/officeDocument/2006/relationships/notesMaster" Target="/ppt/notesMasters/notesMaster1.xml" Id="Rd92a72317017437c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e2010f5b467b4f0e" /><Relationship Type="http://schemas.openxmlformats.org/officeDocument/2006/relationships/notesMaster" Target="/ppt/notesMasters/notesMaster1.xml" Id="R8e421192fa704494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d61d1d376b5b4d40" /><Relationship Type="http://schemas.openxmlformats.org/officeDocument/2006/relationships/notesMaster" Target="/ppt/notesMasters/notesMaster1.xml" Id="R2ab9e32581c14ab3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de1345b2a28a4aea" /><Relationship Type="http://schemas.openxmlformats.org/officeDocument/2006/relationships/notesMaster" Target="/ppt/notesMasters/notesMaster1.xml" Id="R60fc0da83d7a4a35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5a0d16d178154de0" /><Relationship Type="http://schemas.openxmlformats.org/officeDocument/2006/relationships/notesMaster" Target="/ppt/notesMasters/notesMaster1.xml" Id="R90259693ce744458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894ce46ad4f94759" /><Relationship Type="http://schemas.openxmlformats.org/officeDocument/2006/relationships/notesMaster" Target="/ppt/notesMasters/notesMaster1.xml" Id="R6cb07ae931c346d0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99ebed64c13b488a" /><Relationship Type="http://schemas.openxmlformats.org/officeDocument/2006/relationships/notesMaster" Target="/ppt/notesMasters/notesMaster1.xml" Id="R6d4a37ddc1a3435e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873219cdb34f4bb7" /><Relationship Type="http://schemas.openxmlformats.org/officeDocument/2006/relationships/notesMaster" Target="/ppt/notesMasters/notesMaster1.xml" Id="R92e52ab08efc4b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 页｜跨 RSU 移动工作流的 模型依赖与执行状态准备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本报告按论文工作稿组织。当前结论仅覆盖已审计的开发与有界机制诊断，不代表投稿就绪。配色参考用户指定的 2026-10-07 诺贝尔化学奖公布会蓝底白字投影风格。官方公布会页面：https://www.kva.se/evenemang/announcement-of-the-nobel-prize-in-chemistry-2026/。</a:t>
            </a:r>
          </a:p>
          <a:p xmlns:a="http://schemas.openxmlformats.org/drawingml/2006/main">
            <a:r>
              <a:t>来源：/Users/howen/Projects/PPO_MEC/docs/project/system_mechanism_manuscript_working_draft.md</a:t>
            </a:r>
          </a:p>
          <a:p xmlns:a="http://schemas.openxmlformats.org/drawingml/2006/main">
            <a:r>
              <a:t>/Users/howen/Projects/PPO_MEC/docs/project/mechanism_evidence_closure_results_20261005.md</a:t>
            </a:r>
          </a:p>
          <a:p xmlns:a="http://schemas.openxmlformats.org/drawingml/2006/main">
            <a:r>
              <a:t>/Users/howen/Projects/PPO_MEC/docs/project/cscwd_2027_baseline_contribution_audit_20261009.md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 页｜从问题定义到可验证的结论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主线顺序与论文工作稿一致，但把最新机制诊断和审计边界单列。每组实证结果标明证据层级。来源：/Users/howen/Projects/PPO_MEC/docs/project/system_mechanism_manuscript_working_draft.md</a:t>
            </a:r>
          </a:p>
          <a:p xmlns:a="http://schemas.openxmlformats.org/drawingml/2006/main">
            <a:r>
              <a:t>/Users/howen/Projects/PPO_MEC/docs/project/mechanism_evidence_closure_results_20261005.md</a:t>
            </a:r>
          </a:p>
          <a:p xmlns:a="http://schemas.openxmlformats.org/drawingml/2006/main">
            <a:r>
              <a:t>/Users/howen/Projects/PPO_MEC/docs/project/cscwd_2027_baseline_contribution_audit_20261009.md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 页｜当前最稳妥的研究表述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这是定位而非论文摘要中的强贡献声明。系统论文的价值必须落到同完成量、同信息权限和独立窗口的可检验对照。来源：/Users/howen/Projects/PPO_MEC/docs/project/system_mechanism_manuscript_working_draft.md</a:t>
            </a:r>
          </a:p>
          <a:p xmlns:a="http://schemas.openxmlformats.org/drawingml/2006/main">
            <a:r>
              <a:t>/Users/howen/Projects/PPO_MEC/docs/project/mechanism_evidence_closure_results_20261005.md</a:t>
            </a:r>
          </a:p>
          <a:p xmlns:a="http://schemas.openxmlformats.org/drawingml/2006/main">
            <a:r>
              <a:t>/Users/howen/Projects/PPO_MEC/docs/project/cscwd_2027_baseline_contribution_audit_20261009.md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4 页｜研究问题与文献位置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引导听众先理解研究问题，再介绍方法，避免直接以算法名开场。来源：/Users/howen/Projects/PPO_MEC/docs/project/system_mechanism_manuscript_working_draft.md</a:t>
            </a:r>
          </a:p>
          <a:p xmlns:a="http://schemas.openxmlformats.org/drawingml/2006/main">
            <a:r>
              <a:t>/Users/howen/Projects/PPO_MEC/docs/project/problem_literature_traceability_20260928.md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5 页｜跨 RSU 连续执行的三个条件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DAG 完成集合决定当前 eligible frontier。模型 ready 是服务路径中的必要条件，但不是工作流完成的充分条件。执行状态不等同于 LLM KV cache。来源：/Users/howen/Projects/PPO_MEC/docs/project/system_mechanism_manuscript_working_draft.md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6 页｜提前准备存在双向代价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这里的代价必须以可测量的存储、传输、等待和失败共同呈现。不能只把迁移抽象成 reward penalty。来源：/Users/howen/Projects/PPO_MEC/docs/project/system_mechanism_manuscript_working_draft.md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7 页｜三个可证伪的问题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Q3 以 Q1/Q2 的机制真实存在为前提。若局部规则能解释差距，不应直接上升到 RL 贡献。来源：/Users/howen/Projects/PPO_MEC/docs/project/system_mechanism_manuscript_working_draft.md</a:t>
            </a:r>
          </a:p>
          <a:p xmlns:a="http://schemas.openxmlformats.org/drawingml/2006/main">
            <a:r>
              <a:t>/Users/howen/Projects/PPO_MEC/docs/project/mechanism_evidence_closure_results_20261005.md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8 页｜已有研究覆盖了哪些部分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这些都是直接先行工作。不能声称 dependency awareness、adapter cache、PPO 或双时间尺度本身为本项目首创。文献出处及核验边界见工作稿 References 与问题文献追溯表。来源：/Users/howen/Projects/PPO_MEC/docs/project/system_mechanism_manuscript_working_draft.md</a:t>
            </a:r>
          </a:p>
          <a:p xmlns:a="http://schemas.openxmlformats.org/drawingml/2006/main">
            <a:r>
              <a:t>/Users/howen/Projects/PPO_MEC/docs/project/problem_literature_traceability_20260928.md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9 页｜需要检验的是交互，而非模块拼接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现阶段这三条均是候选论证，不是已证实的论文贡献。最近邻全文差异仍需继续核验，不能宣称绝对首创。来源：/Users/howen/Projects/PPO_MEC/docs/project/system_mechanism_manuscript_working_draft.md</a:t>
            </a:r>
          </a:p>
          <a:p xmlns:a="http://schemas.openxmlformats.org/drawingml/2006/main">
            <a:r>
              <a:t>/Users/howen/Projects/PPO_MEC/docs/project/cscwd_2027_baseline_contribution_audit_20261009.md</a:t>
            </a:r>
          </a:p>
          <a:p xmlns:a="http://schemas.openxmlformats.org/drawingml/2006/main">
            <a:r>
              <a:t>/Users/howen/Projects/PPO_MEC/docs/project/problem_literature_traceability_20260928.md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10 页｜系统模型与资源语义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系统抽象与实际动作权限必须一致。来源：/Users/howen/Projects/PPO_MEC/docs/project/system_mechanism_manuscript_working_draft.md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11 页｜一个 workflow、多个驻留状态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完整系统还包含 mobility trace、模型目录、预测目的地与合法动作 mask。公式符号与工作稿第 3 节一致。来源：/Users/howen/Projects/PPO_MEC/docs/project/system_mechanism_manuscript_working_draft.md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12 页｜剩余工作流比当前节点更重要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不能把当前 cache hit 或 readiness 直接当作最终目标。若 horizon 只是观测时长，不应改称应用 deadline。来源：/Users/howen/Projects/PPO_MEC/docs/project/system_mechanism_manuscript_working_draft.md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13 页｜资源必须按类型与兼容性记账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workflow state 是独立 typed resource，当前技术见证为显式文本状态包，不包含完整 runtime 或 KV/tensor state。来源：/Users/howen/Projects/PPO_MEC/docs/project/system_mechanism_manuscript_working_draft.md</a:t>
            </a:r>
          </a:p>
          <a:p xmlns:a="http://schemas.openxmlformats.org/drawingml/2006/main">
            <a:r>
              <a:t>/Users/howen/Projects/PPO_MEC/docs/project/mechanism_evidence_closure_results_20261005.md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14 页｜增量准备只计算目标端缺失对象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这是会计定义，不是新优化算法。non-sharing 对照需采用复制对象表示，且真实 resident set 和 transfer ledger 都随之改变。状态传输、backhaul、容量各有不同单位。来源：/Users/howen/Projects/PPO_MEC/docs/project/system_mechanism_manuscript_working_draft.md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15 页｜目标端准备的因果顺序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 G12 supervised predictor 在正式路径关闭，accepted causal snapshot 为 0；不得将预测收益回填到旧 formal 方法。来源：/Users/howen/Projects/PPO_MEC/docs/project/system_mechanism_manuscript_working_draft.md</a:t>
            </a:r>
          </a:p>
          <a:p xmlns:a="http://schemas.openxmlformats.org/drawingml/2006/main">
            <a:r>
              <a:t>/Users/howen/Projects/PPO_MEC/docs/project/BUGS.md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16 页｜原型实际提供五种环境动作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五动作只控制准备时机和模式，不能任意选未来关键节点对象 bundle，也不能无约束地联合分配多个 RSU。合法动作由 mask 限制。action 4 目前只做 prepare/history，未调用验证过的状态 export/import。来源：/Users/howen/Projects/PPO_MEC/docs/project/system_mechanism_manuscript_working_draft.md</a:t>
            </a:r>
          </a:p>
          <a:p xmlns:a="http://schemas.openxmlformats.org/drawingml/2006/main">
            <a:r>
              <a:t>/Users/howen/Projects/PPO_MEC/docs/project/mechanism_evidence_closure_results_20261005.md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17 页｜不能给方法额外未来信息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若扩展到对象级联合决策或 vehicle/RSU-level MARL，应先冻结新 observation/action contract 并重做所有基线。来源：/Users/howen/Projects/PPO_MEC/docs/project/system_mechanism_manuscript_working_draft.md</a:t>
            </a:r>
          </a:p>
          <a:p xmlns:a="http://schemas.openxmlformats.org/drawingml/2006/main">
            <a:r>
              <a:t>/Users/howen/Projects/PPO_MEC/docs/project/cscwd_2027_baseline_contribution_audit_20261009.md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18 页｜首要终点是工作流完成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当前尚未执行硬传输预算约束优化，不可称 constrained optimality。reward 只是辅助描述，不能代替业务终点。来源：/Users/howen/Projects/PPO_MEC/docs/project/system_mechanism_manuscript_working_draft.md</a:t>
            </a:r>
          </a:p>
          <a:p xmlns:a="http://schemas.openxmlformats.org/drawingml/2006/main">
            <a:r>
              <a:t>/Users/howen/Projects/PPO_MEC/docs/project/g14a01_formal_results_independent_review_20260921.md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19 页｜控制器与正确性边界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这部分区分实现事实、数学错误诊断与尚未验证的修复方案。来源：/Users/howen/Projects/PPO_MEC/docs/project/system_mechanism_manuscript_working_draft.md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20 页｜控制器输入增加 28 个机制特征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不应在决策接口固定前宣称复杂度或最优性保证。来源：/Users/howen/Projects/PPO_MEC/docs/project/system_mechanism_manuscript_working_draft.md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21 页｜三头概率对应五个环境动作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公式来自工作稿第 4 节。该表达定义环境动作概率，不代表已经验证最终算法性能。来源：/Users/howen/Projects/PPO_MEC/docs/project/system_mechanism_manuscript_working_draft.md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22 页｜合法动作屏蔽后的行为分布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若使用 PPO，clip 应施加到环境动作的 old/new masked probability ratio。不能用独立 head ratio 的平均替代。来源：/Users/howen/Projects/PPO_MEC/docs/project/system_mechanism_manuscript_working_draft.md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23 页｜旧 head surrogate 与行为策略不一致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640 是完整受控数学切片的案例数。工作稿引用的审计 artifact 为 hierachical_credit_consistency_e0_20260928；此处不重做新实验。来源：/Users/howen/Projects/PPO_MEC/docs/project/system_mechanism_manuscript_working_draft.md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24 页｜正确性修复是实验前提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当前工作稿将 corrected update 写成规范，不报告修复后的性能。主工作树有受保护用户修改，制作本 PPT 不触碰这些代码。来源：/Users/howen/Projects/PPO_MEC/docs/project/system_mechanism_manuscript_working_draft.md</a:t>
            </a:r>
          </a:p>
          <a:p xmlns:a="http://schemas.openxmlformats.org/drawingml/2006/main">
            <a:r>
              <a:t>/Users/howen/Projects/PPO_MEC/docs/project/cscwd_2027_baseline_contribution_audit_20261009.md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25 页｜实验设计与统计协议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实验设计部分均为 prospective，除非后续证据页明确标为已完成。来源：/Users/howen/Projects/PPO_MEC/docs/project/system_mechanism_manuscript_working_draft.md</a:t>
            </a:r>
          </a:p>
          <a:p xmlns:a="http://schemas.openxmlformats.org/drawingml/2006/main">
            <a:r>
              <a:t>/Users/howen/Projects/PPO_MEC/docs/project/cscwd_2027_baseline_contribution_audit_20261009.md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26 页｜NGSIM 与 Alibaba 的融合含义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这是一种 trace-driven simulation，不是车辆实际运行所示 AI workflow 的联合实测数据。新车载 AI 工作负载资源仍在设计与校准阶段。来源：/Users/howen/Projects/PPO_MEC/docs/project/system_mechanism_manuscript_working_draft.md</a:t>
            </a:r>
          </a:p>
          <a:p xmlns:a="http://schemas.openxmlformats.org/drawingml/2006/main">
            <a:r>
              <a:t>/Users/howen/Projects/PPO_MEC/docs/project/BUGS.md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27 页｜新工作负载数据仍处设计阶段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DriveLM demo 的 790 QA 关系字段不能直接提供执行 DAG 边。不能宣称新数据集已发布或真实联合分布已测得。来源：/Users/howen/Projects/PPO_MEC/docs/project/system_mechanism_manuscript_working_draft.md</a:t>
            </a:r>
          </a:p>
          <a:p xmlns:a="http://schemas.openxmlformats.org/drawingml/2006/main">
            <a:r>
              <a:t>/Users/howen/Projects/PPO_MEC/docs/project/BUGS.md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28 页｜机制 2×2 必须先于策略晋级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joint gain 必须与独立、顺序、协同准备对照，不能仅凭两模块同时开启证明协同。机会窗口应在看候选性能前确定。来源：/Users/howen/Projects/PPO_MEC/docs/project/system_mechanism_manuscript_working_draft.md</a:t>
            </a:r>
          </a:p>
          <a:p xmlns:a="http://schemas.openxmlformats.org/drawingml/2006/main">
            <a:r>
              <a:t>/Users/howen/Projects/PPO_MEC/docs/project/cscwd_2027_baseline_contribution_audit_20261009.md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29 页｜算法比较的最低公平条件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10/09 审计显示旧 v70 SA 与 PPO/DT 的 update count 16 对 12，且 best 与 latest 选择规则不同。因此旧比较不能作为同预算归因。来源：/Users/howen/Projects/PPO_MEC/docs/project/system_mechanism_manuscript_working_draft.md</a:t>
            </a:r>
          </a:p>
          <a:p xmlns:a="http://schemas.openxmlformats.org/drawingml/2006/main">
            <a:r>
              <a:t>/Users/howen/Projects/PPO_MEC/docs/project/cscwd_2027_baseline_contribution_audit_20261009.md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30 页｜外层样本是原始时间区间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window ID 不等于独立性证据。若原始区间重叠，应分组或重选数据；不能把 48 个重叠窗口当 48 个独立 cluster。来源：/Users/howen/Projects/PPO_MEC/docs/project/system_mechanism_manuscript_working_draft.md</a:t>
            </a:r>
          </a:p>
          <a:p xmlns:a="http://schemas.openxmlformats.org/drawingml/2006/main">
            <a:r>
              <a:t>/Users/howen/Projects/PPO_MEC/docs/project/cscwd_2027_baseline_contribution_audit_20261009.md</a:t>
            </a:r>
          </a:p>
          <a:p xmlns:a="http://schemas.openxmlformats.org/drawingml/2006/main">
            <a:r>
              <a:t>/Users/howen/Projects/PPO_MEC/docs/project/top_journal_review_policy.md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31 页｜已有证据与反例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所有证据分层汇报，不把不同方法/数据 lineage 的结果合并。来源：/Users/howen/Projects/PPO_MEC/docs/project/system_mechanism_manuscript_working_draft.md</a:t>
            </a:r>
          </a:p>
          <a:p xmlns:a="http://schemas.openxmlformats.org/drawingml/2006/main">
            <a:r>
              <a:t>/Users/howen/Projects/PPO_MEC/docs/project/mechanism_evidence_closure_results_20261005.md</a:t>
            </a:r>
          </a:p>
          <a:p xmlns:a="http://schemas.openxmlformats.org/drawingml/2006/main">
            <a:r>
              <a:t>/Users/howen/Projects/PPO_MEC/docs/project/g14a01_formal_results_independent_review_20260921.md</a:t>
            </a:r>
          </a:p>
          <a:p xmlns:a="http://schemas.openxmlformats.org/drawingml/2006/main">
            <a:r>
              <a:t>/Users/howen/Projects/PPO_MEC/docs/project/cscwd_2027_baseline_contribution_audit_20261009.md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32 页｜156 episode 开发矩阵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12 trained models、156 evaluation episodes、3 个原始 outer windows。learned arms 各 36 episodes，确定性 heuristic 12，不重复 seed 充样本。1,056 项源文件大小/hash 独立验证，数字由原始 episode 重聚合。仅 retrospective development diagnostics。来源：/Users/howen/Projects/PPO_MEC/docs/project/system_mechanism_manuscript_working_draft.md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33 页｜低总传输不等于更高效率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三训练 seed 的 SA 完成计数为 9、9、0，PPO 为 9、9、9。不能选择有利分母形成无条件效率 claim。来源：/Users/howen/Projects/PPO_MEC/docs/project/system_mechanism_manuscript_working_draft.md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34 页｜开发容量对照没有形成有效压力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这只描述工作稿中的开发矩阵，不与另一个 formal lineage 的 288/576/864 MB 混同。来源：/Users/howen/Projects/PPO_MEC/docs/project/system_mechanism_manuscript_working_draft.md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35 页｜共享缓存四配置：同为 72/72 成功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表格仅列 sequential_dependency_recompute_lru_v1 candidate。四臂均 72/72 请求成功、0 拒绝。等待和总时长来自 100 Mbps + 每成功请求 30 ms 的串行分析模型，不是网络或设备实测。来源：/Users/howen/Projects/PPO_MEC/docs/project/mechanism_evidence_closure_results_20261005.md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36 页｜顺序激活了共享 base 的收益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旧语义 sharing-on 成功 36/72、拒绝 36；sharing-off 成功 12/72、拒绝 60。A 无 handoff/state request，状态成本应标 not_applicable。来源：/Users/howen/Projects/PPO_MEC/docs/project/mechanism_evidence_closure_results_20261005.md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37 页｜四独立进程验证两节点后缀恢复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四个 PID 不同且串行。总 generate 6/6，没有科学重试。该实验是技术任务，任务语义正确性 unavailable；不能外推生产 action 4。来源：/Users/howen/Projects/PPO_MEC/docs/project/mechanism_evidence_closure_results_20261005.md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38 页｜单次同机时间与动态字节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时间是单次同机 CPU/float32 观察。恢复比重跑少 11.134 s child wall，主要来自省去 n0 推理。动态字节是目标端需获取的输入；模型已预存，实际网络传输为 0。source 序列化 0.000060 s，持久保存 0.000676 s；recovery 目标 hash 校验 0.408783 s、状态读取 0.002763 s、输入重建 0.002652 s、静态资源加载 1.173114 s、n1 推理 3.862783 s。来源：/Users/howen/Projects/PPO_MEC/docs/project/mechanism_evidence_closure_results_20261005.md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39 页｜恢复见证仍有明确外推边界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base/adapter 目录为 1,019,895,869/154,428,630 B；若目标端缺模型，两条中断路径都需额外 1,174,324,499 B。此处只做敏感性公式，不声称部署时延。来源：/Users/howen/Projects/PPO_MEC/docs/project/mechanism_evidence_closure_results_20261005.md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40 页｜12 个预冻结设计点比较三种规则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这些是 synthetic design points，不是独立现实样本。低状态成本 2,040 B 取技术见证；高成本 160 MiB 是压力点，不是 production 完整状态测量。来源：/Users/howen/Projects/PPO_MEC/docs/project/mechanism_evidence_closure_results_20261005.md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41 页｜完整枚举换来更少失败，也付出成本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所有 36 行 workflow completion 相同，短尾 2/2、长尾 3/3，deadline violation=0。因此是 failure 与 cost 的 Pareto 交换，不是统一算法优势。sharing 与容量在 12 格中没有改变结果，表示这些轴在该动作轨迹未激活。来源：/Users/howen/Projects/PPO_MEC/docs/project/mechanism_evidence_closure_results_20261005.md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42 页｜当前差距更像局部规则覆盖缺口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结论严格限定为本轮不晋级 RL；不是一般性否定强化学习。下一步应先检验最小局部 action-4 规则。来源：/Users/howen/Projects/PPO_MEC/docs/project/mechanism_evidence_closure_results_20261005.md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43 页｜formal 完整性不等于性能胜出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此处属于另一 typed-cache formal lineage，不能与前述开发矩阵合并。12 contradicted 是 transfer 候选不利 CI，不等于 12 项多重校正显著劣势。holdout 尚无可用性能。来源：/Users/howen/Projects/PPO_MEC/docs/project/g14a01_formal_results_independent_review_20260921.md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44 页｜奖励排名不能当作强基线证明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v70 是旧开发协议描述性观察。原 48-window CI 不具有独立窗口推断资格；full 48 个窗口仅形成 9 个互不重叠区间组。旧 SA reward 均值 32.385729 高于 DT 31.426667 和 PPO 27.301597，但无法推出服务完成、延迟和流量全面领先。来源：/Users/howen/Projects/PPO_MEC/docs/project/cscwd_2027_baseline_contribution_audit_20261009.md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45 页｜结论边界与下一步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结尾应给出可操作的下一步，而不是把未完成计划包装为论文贡献。来源：/Users/howen/Projects/PPO_MEC/docs/project/system_mechanism_manuscript_working_draft.md</a:t>
            </a:r>
          </a:p>
          <a:p xmlns:a="http://schemas.openxmlformats.org/drawingml/2006/main">
            <a:r>
              <a:t>/Users/howen/Projects/PPO_MEC/docs/project/mechanism_evidence_closure_results_20261005.md</a:t>
            </a:r>
          </a:p>
          <a:p xmlns:a="http://schemas.openxmlformats.org/drawingml/2006/main">
            <a:r>
              <a:t>/Users/howen/Projects/PPO_MEC/docs/project/cscwd_2027_baseline_contribution_audit_20261009.md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46 页｜当前可说与不可说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本页为 claim 边界，不是新审查 verdict。总体 paper-ready 依既有项目政策保持 Unverifiable。来源：/Users/howen/Projects/PPO_MEC/docs/project/system_mechanism_manuscript_working_draft.md</a:t>
            </a:r>
          </a:p>
          <a:p xmlns:a="http://schemas.openxmlformats.org/drawingml/2006/main">
            <a:r>
              <a:t>/Users/howen/Projects/PPO_MEC/docs/project/mechanism_evidence_closure_results_20261005.md</a:t>
            </a:r>
          </a:p>
          <a:p xmlns:a="http://schemas.openxmlformats.org/drawingml/2006/main">
            <a:r>
              <a:t>/Users/howen/Projects/PPO_MEC/docs/project/g14a01_formal_results_independent_review_20260921.md</a:t>
            </a:r>
          </a:p>
          <a:p xmlns:a="http://schemas.openxmlformats.org/drawingml/2006/main">
            <a:r>
              <a:t>/Users/howen/Projects/PPO_MEC/docs/project/cscwd_2027_baseline_contribution_audit_20261009.md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47 页｜当前证据尚未闭合的四条链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真实 adapter、状态任务正确性、容量绑定机会、迁移成本、训练与推理 compute 均需后续量化。来源：/Users/howen/Projects/PPO_MEC/docs/project/system_mechanism_manuscript_working_draft.md</a:t>
            </a:r>
          </a:p>
          <a:p xmlns:a="http://schemas.openxmlformats.org/drawingml/2006/main">
            <a:r>
              <a:t>/Users/howen/Projects/PPO_MEC/docs/project/BUGS.md</a:t>
            </a:r>
          </a:p>
          <a:p xmlns:a="http://schemas.openxmlformats.org/drawingml/2006/main">
            <a:r>
              <a:t>/Users/howen/Projects/PPO_MEC/docs/project/cscwd_2027_baseline_contribution_audit_20261009.md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48 页｜最近的一步：先闭合 action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10/05 机制报告明确建议暂不启动 RL。新实例不得复用 12 个已观察 design points；保持验证集与设计集分开。来源：/Users/howen/Projects/PPO_MEC/docs/project/mechanism_evidence_closure_results_20261005.md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49 页｜满足前置条件后再做机制与算法验证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这是一条门槛式研究路线，尚未执行。旧 holdout 无可用独立性能，不能重开已消费范围。来源：/Users/howen/Projects/PPO_MEC/docs/project/cscwd_2027_baseline_contribution_audit_20261009.md</a:t>
            </a:r>
          </a:p>
          <a:p xmlns:a="http://schemas.openxmlformats.org/drawingml/2006/main">
            <a:r>
              <a:t>/Users/howen/Projects/PPO_MEC/docs/project/system_mechanism_manuscript_working_draft.md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50 页｜论文价值取决于机制兑现与公平对照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本报告中的所有正向数值均附有适用场景和证据限制。对外投稿前应重新冻结论文表述与独立实验。来源：/Users/howen/Projects/PPO_MEC/docs/project/system_mechanism_manuscript_working_draft.md</a:t>
            </a:r>
          </a:p>
          <a:p xmlns:a="http://schemas.openxmlformats.org/drawingml/2006/main">
            <a:r>
              <a:t>/Users/howen/Projects/PPO_MEC/docs/project/mechanism_evidence_closure_results_20261005.md</a:t>
            </a:r>
          </a:p>
          <a:p xmlns:a="http://schemas.openxmlformats.org/drawingml/2006/main">
            <a:r>
              <a:t>/Users/howen/Projects/PPO_MEC/docs/project/cscwd_2027_baseline_contribution_audit_20261009.md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51 页｜参考文献与证据索引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附录供答辩检索，不作为主线讲解的必要页。来源：/Users/howen/Projects/PPO_MEC/docs/project/system_mechanism_manuscript_working_draft.md</a:t>
            </a:r>
          </a:p>
          <a:p xmlns:a="http://schemas.openxmlformats.org/drawingml/2006/main">
            <a:r>
              <a:t>/Users/howen/Projects/PPO_MEC/docs/project/problem_literature_traceability_20260928.md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52 页｜研究最近邻与方法参照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完整引用与 DOI/出版边界见工作稿 References。POLAR 为 2026 预印本，正式出版状态待核验。WfCommons 是工作流生成方法参照，不证明车载 AI 联合分布。来源：/Users/howen/Projects/PPO_MEC/docs/project/system_mechanism_manuscript_working_draft.md</a:t>
            </a:r>
          </a:p>
          <a:p xmlns:a="http://schemas.openxmlformats.org/drawingml/2006/main">
            <a:r>
              <a:t>/Users/howen/Projects/PPO_MEC/docs/project/problem_literature_traceability_20260928.md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53 页｜结果应回到原始产物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路径均位于仓库 artifacts/analysis 或 experiments；不同 lineage 不合并。报告中的旧 formal 与 v70 只用于提示证据边界。来源：/Users/howen/Projects/PPO_MEC/docs/project/system_mechanism_manuscript_working_draft.md</a:t>
            </a:r>
          </a:p>
          <a:p xmlns:a="http://schemas.openxmlformats.org/drawingml/2006/main">
            <a:r>
              <a:t>/Users/howen/Projects/PPO_MEC/docs/project/mechanism_evidence_closure_results_20261005.md</a:t>
            </a:r>
          </a:p>
          <a:p xmlns:a="http://schemas.openxmlformats.org/drawingml/2006/main">
            <a:r>
              <a:t>/Users/howen/Projects/PPO_MEC/docs/project/g14a01_formal_results_independent_review_20260921.md</a:t>
            </a:r>
          </a:p>
          <a:p xmlns:a="http://schemas.openxmlformats.org/drawingml/2006/main">
            <a:r>
              <a:t>/Users/howen/Projects/PPO_MEC/docs/project/cscwd_2027_baseline_contribution_audit_20261009.md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54 页｜单位、分母与缺失值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开发矩阵使用 MB；机制 A/B/C 使用 MiB 或 B。不能把名义 capacity 与有效 working set 混淆，也不能把无适用状态请求写成零状态成本。来源：/Users/howen/Projects/PPO_MEC/docs/project/system_mechanism_manuscript_working_draft.md</a:t>
            </a:r>
          </a:p>
          <a:p xmlns:a="http://schemas.openxmlformats.org/drawingml/2006/main">
            <a:r>
              <a:t>/Users/howen/Projects/PPO_MEC/docs/project/mechanism_evidence_closure_results_20261005.md</a:t>
            </a:r>
          </a:p>
          <a:p xmlns:a="http://schemas.openxmlformats.org/drawingml/2006/main">
            <a:r>
              <a:t>/Users/howen/Projects/PPO_MEC/docs/project/g14a01_formal_results_independent_review_20260921.md</a:t>
            </a:r>
          </a:p>
          <a:p xmlns:a="http://schemas.openxmlformats.org/drawingml/2006/main">
            <a:r>
              <a:t>/Users/howen/Projects/PPO_MEC/docs/project/cscwd_2027_baseline_contribution_audit_20261009.md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55 页｜本报告引用的既有证据层级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policy_version=tmc_review_policy_v3_20260621；目标 venue 以各审计文件为准，机制报告为 TMC，v70 审计为 CSCWD 2027。当前汇报制作 Git HEAD 应在生成时另行记录。来源：/Users/howen/Projects/PPO_MEC/docs/project/mechanism_evidence_closure_results_20261005.md</a:t>
            </a:r>
          </a:p>
          <a:p xmlns:a="http://schemas.openxmlformats.org/drawingml/2006/main">
            <a:r>
              <a:t>/Users/howen/Projects/PPO_MEC/docs/project/cscwd_2027_baseline_contribution_audit_20261009.md</a:t>
            </a:r>
          </a:p>
          <a:p xmlns:a="http://schemas.openxmlformats.org/drawingml/2006/main">
            <a:r>
              <a:t>/Users/howen/Projects/PPO_MEC/docs/project/g14a01_formal_results_independent_review_20260921.md</a:t>
            </a:r>
          </a:p>
          <a:p xmlns:a="http://schemas.openxmlformats.org/drawingml/2006/main">
            <a:r>
              <a:t>/Users/howen/Projects/PPO_MEC/docs/project/system_mechanism_manuscript_working_draft.md</a:t>
            </a:r>
          </a:p>
          <a:p xmlns:a="http://schemas.openxmlformats.org/drawingml/2006/main">
            <a:r>
              <a:t>/Users/howen/Projects/PPO_MEC/docs/project/top_journal_review_policy.md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cd663c0aa84e1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f0d5c52609478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ae30a826da4ff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d0b31d49764a8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a7916fa224460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f8b6927682444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132BC53B-83BD-478D-9E29-C47DCC348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C9050DC-1F85-4144-A135-636588D314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2C2CB60B-9A44-48AC-8A5E-903AAC01E71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3A16C0A-43D7-45CB-AAE1-0CA9C8328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B753C94-EEAD-4B70-BD22-5B34E5C0BF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CC2F56FA-78AE-4701-90F9-09E706455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69DFD26-EF8F-4789-82F8-5BB7433425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21020D67-B150-473D-B51B-165643E3DDE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C493A906-3997-411F-BB40-C846121B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A5FD146-BE1A-4D5B-B1DF-E68F68A110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31B4FB8-9A65-44A9-802B-71715484F4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BD6A07A-AF11-46E8-82BA-1893ADDD8A5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B36FCDE1-F5DF-49C5-A9B4-D4E32537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EA5F6AB-7025-41DD-82D6-4A08A5388F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B728B81-3487-440A-BCB5-A141B32E404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0ed0028f0e47ae" /><Relationship Type="http://schemas.openxmlformats.org/officeDocument/2006/relationships/slideLayout" Target="/ppt/slideLayouts/slideLayout1.xml" Id="Rfbf4cb5012804a97" /><Relationship Type="http://schemas.openxmlformats.org/officeDocument/2006/relationships/slideLayout" Target="/ppt/slideLayouts/slideLayout2.xml" Id="R222aee58c5064985" /><Relationship Type="http://schemas.openxmlformats.org/officeDocument/2006/relationships/slideLayout" Target="/ppt/slideLayouts/slideLayout3.xml" Id="Rc2b81f4434ad4c53" /><Relationship Type="http://schemas.openxmlformats.org/officeDocument/2006/relationships/slideLayout" Target="/ppt/slideLayouts/slideLayout4.xml" Id="R8fc28089a3ef4624" /><Relationship Type="http://schemas.openxmlformats.org/officeDocument/2006/relationships/slideLayout" Target="/ppt/slideLayouts/slideLayout5.xml" Id="R74fcc9d494a24275" /><Relationship Type="http://schemas.openxmlformats.org/officeDocument/2006/relationships/slideLayout" Target="/ppt/slideLayouts/slideLayout6.xml" Id="Re486f5beaddb40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bf4cb5012804a97"/>
    <p:sldLayoutId xmlns:r="http://schemas.openxmlformats.org/officeDocument/2006/relationships" id="2147483650" r:id="R222aee58c5064985"/>
    <p:sldLayoutId xmlns:r="http://schemas.openxmlformats.org/officeDocument/2006/relationships" id="2147483651" r:id="Rc2b81f4434ad4c53"/>
    <p:sldLayoutId xmlns:r="http://schemas.openxmlformats.org/officeDocument/2006/relationships" id="2147483652" r:id="R8fc28089a3ef4624"/>
    <p:sldLayoutId xmlns:r="http://schemas.openxmlformats.org/officeDocument/2006/relationships" id="2147483653" r:id="R74fcc9d494a24275"/>
    <p:sldLayoutId xmlns:r="http://schemas.openxmlformats.org/officeDocument/2006/relationships" id="2147483654" r:id="Re486f5beaddb40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740009c4da4fe9" /><Relationship Type="http://schemas.openxmlformats.org/officeDocument/2006/relationships/notesSlide" Target="/ppt/notesSlides/notesSlide1.xml" Id="R727bf727915e48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6c2709a08a453a" /><Relationship Type="http://schemas.openxmlformats.org/officeDocument/2006/relationships/notesSlide" Target="/ppt/notesSlides/notesSlide2.xml" Id="Rdf0436bb55384ac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c6f30a0bba4b71" /><Relationship Type="http://schemas.openxmlformats.org/officeDocument/2006/relationships/notesSlide" Target="/ppt/notesSlides/notesSlide3.xml" Id="Ra892d8702b5d43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9c9e9e2fac48dc" /><Relationship Type="http://schemas.openxmlformats.org/officeDocument/2006/relationships/notesSlide" Target="/ppt/notesSlides/notesSlide4.xml" Id="R234479cc2d16472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fc7bcf42294709" /><Relationship Type="http://schemas.openxmlformats.org/officeDocument/2006/relationships/notesSlide" Target="/ppt/notesSlides/notesSlide5.xml" Id="Rd078349299c7480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b5ed8f282246c5" /><Relationship Type="http://schemas.openxmlformats.org/officeDocument/2006/relationships/notesSlide" Target="/ppt/notesSlides/notesSlide6.xml" Id="Ra094d897622a44a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f9360d62484398" /><Relationship Type="http://schemas.openxmlformats.org/officeDocument/2006/relationships/notesSlide" Target="/ppt/notesSlides/notesSlide7.xml" Id="R555cd001df884c1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9cebd6450c4ab8" /><Relationship Type="http://schemas.openxmlformats.org/officeDocument/2006/relationships/notesSlide" Target="/ppt/notesSlides/notesSlide8.xml" Id="R1bf98d26d5ea413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f2d44088a14a9c" /><Relationship Type="http://schemas.openxmlformats.org/officeDocument/2006/relationships/notesSlide" Target="/ppt/notesSlides/notesSlide9.xml" Id="R4be3ad325ee74c9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b4b2efc6bc417c" /><Relationship Type="http://schemas.openxmlformats.org/officeDocument/2006/relationships/notesSlide" Target="/ppt/notesSlides/notesSlide10.xml" Id="R1d6e39eee28343e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2f5beeb91b49a6" /><Relationship Type="http://schemas.openxmlformats.org/officeDocument/2006/relationships/notesSlide" Target="/ppt/notesSlides/notesSlide11.xml" Id="R29b6ff0eed48423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13207ab8e14a47" /><Relationship Type="http://schemas.openxmlformats.org/officeDocument/2006/relationships/notesSlide" Target="/ppt/notesSlides/notesSlide12.xml" Id="R8060581f0786429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6b9a59ed004258" /><Relationship Type="http://schemas.openxmlformats.org/officeDocument/2006/relationships/notesSlide" Target="/ppt/notesSlides/notesSlide13.xml" Id="R745f5d33b3e549d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082389d5d64ab1" /><Relationship Type="http://schemas.openxmlformats.org/officeDocument/2006/relationships/notesSlide" Target="/ppt/notesSlides/notesSlide14.xml" Id="Ra2821ddcc94d48e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92b84e7d97427d" /><Relationship Type="http://schemas.openxmlformats.org/officeDocument/2006/relationships/notesSlide" Target="/ppt/notesSlides/notesSlide15.xml" Id="R153dd23f81654a1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6fb2155344424e" /><Relationship Type="http://schemas.openxmlformats.org/officeDocument/2006/relationships/notesSlide" Target="/ppt/notesSlides/notesSlide16.xml" Id="Rdbe97f5b8e08471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f0dc3888f44e73" /><Relationship Type="http://schemas.openxmlformats.org/officeDocument/2006/relationships/notesSlide" Target="/ppt/notesSlides/notesSlide17.xml" Id="Ra8789954f6404ab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50ab93de3f416b" /><Relationship Type="http://schemas.openxmlformats.org/officeDocument/2006/relationships/notesSlide" Target="/ppt/notesSlides/notesSlide18.xml" Id="R23f50f682f214c1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9c74acd9194503" /><Relationship Type="http://schemas.openxmlformats.org/officeDocument/2006/relationships/notesSlide" Target="/ppt/notesSlides/notesSlide19.xml" Id="R87891bbef8064c8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49118336754def" /><Relationship Type="http://schemas.openxmlformats.org/officeDocument/2006/relationships/notesSlide" Target="/ppt/notesSlides/notesSlide20.xml" Id="Rbc69693040ac44f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709a78ec114980" /><Relationship Type="http://schemas.openxmlformats.org/officeDocument/2006/relationships/notesSlide" Target="/ppt/notesSlides/notesSlide21.xml" Id="R2592164b509142e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c04e6720a347ab" /><Relationship Type="http://schemas.openxmlformats.org/officeDocument/2006/relationships/notesSlide" Target="/ppt/notesSlides/notesSlide22.xml" Id="Rc9c806a13ee8481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bbb5c21c0041f0" /><Relationship Type="http://schemas.openxmlformats.org/officeDocument/2006/relationships/notesSlide" Target="/ppt/notesSlides/notesSlide23.xml" Id="R934afe3a29fe433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bb5d12429b491e" /><Relationship Type="http://schemas.openxmlformats.org/officeDocument/2006/relationships/notesSlide" Target="/ppt/notesSlides/notesSlide24.xml" Id="R6176f4a2c22249a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7f7123f8474bb0" /><Relationship Type="http://schemas.openxmlformats.org/officeDocument/2006/relationships/notesSlide" Target="/ppt/notesSlides/notesSlide25.xml" Id="Rca8766ecd210475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e8a0e4b4ff45c8" /><Relationship Type="http://schemas.openxmlformats.org/officeDocument/2006/relationships/notesSlide" Target="/ppt/notesSlides/notesSlide26.xml" Id="R704b3ee0df0e428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9f6ab99e9d4c36" /><Relationship Type="http://schemas.openxmlformats.org/officeDocument/2006/relationships/notesSlide" Target="/ppt/notesSlides/notesSlide27.xml" Id="Rda8cc6e69da5412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4902e5e81742c0" /><Relationship Type="http://schemas.openxmlformats.org/officeDocument/2006/relationships/notesSlide" Target="/ppt/notesSlides/notesSlide28.xml" Id="Rbcb4c6d3f3314fa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44a137967342d6" /><Relationship Type="http://schemas.openxmlformats.org/officeDocument/2006/relationships/notesSlide" Target="/ppt/notesSlides/notesSlide29.xml" Id="R6d23c0823ae1401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4017b2a2154272" /><Relationship Type="http://schemas.openxmlformats.org/officeDocument/2006/relationships/notesSlide" Target="/ppt/notesSlides/notesSlide30.xml" Id="Rbcc9d4b650b34260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650d713a164d82" /><Relationship Type="http://schemas.openxmlformats.org/officeDocument/2006/relationships/notesSlide" Target="/ppt/notesSlides/notesSlide31.xml" Id="R7a0c82165f704c37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5a2d8e37df4393" /><Relationship Type="http://schemas.openxmlformats.org/officeDocument/2006/relationships/notesSlide" Target="/ppt/notesSlides/notesSlide32.xml" Id="Rcde780669bf747a9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86a75eb4394ac2" /><Relationship Type="http://schemas.openxmlformats.org/officeDocument/2006/relationships/notesSlide" Target="/ppt/notesSlides/notesSlide33.xml" Id="R8fb1c261f4694b29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e8b0e06ba44623" /><Relationship Type="http://schemas.openxmlformats.org/officeDocument/2006/relationships/notesSlide" Target="/ppt/notesSlides/notesSlide34.xml" Id="Rb642c7c7cdb04751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70936ac8ab4f93" /><Relationship Type="http://schemas.openxmlformats.org/officeDocument/2006/relationships/notesSlide" Target="/ppt/notesSlides/notesSlide35.xml" Id="R8221c9b977134c04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ab221808894e52" /><Relationship Type="http://schemas.openxmlformats.org/officeDocument/2006/relationships/notesSlide" Target="/ppt/notesSlides/notesSlide36.xml" Id="R25d9ffcd63a74051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172a61ae54426a" /><Relationship Type="http://schemas.openxmlformats.org/officeDocument/2006/relationships/notesSlide" Target="/ppt/notesSlides/notesSlide37.xml" Id="Rfc05683a988e4c48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f8e14c78f14a38" /><Relationship Type="http://schemas.openxmlformats.org/officeDocument/2006/relationships/notesSlide" Target="/ppt/notesSlides/notesSlide38.xml" Id="Rc292d1d59c9844fd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368f3fc0194af4" /><Relationship Type="http://schemas.openxmlformats.org/officeDocument/2006/relationships/notesSlide" Target="/ppt/notesSlides/notesSlide39.xml" Id="R4a32c8a0f2c34f2d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19356219ae4db2" /><Relationship Type="http://schemas.openxmlformats.org/officeDocument/2006/relationships/notesSlide" Target="/ppt/notesSlides/notesSlide40.xml" Id="R7e673b7e25994487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3e23983b7f43d8" /><Relationship Type="http://schemas.openxmlformats.org/officeDocument/2006/relationships/notesSlide" Target="/ppt/notesSlides/notesSlide41.xml" Id="R148b8d7e82ba4bba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0116ccfcbd40f5" /><Relationship Type="http://schemas.openxmlformats.org/officeDocument/2006/relationships/notesSlide" Target="/ppt/notesSlides/notesSlide42.xml" Id="R8220298f88ef4d0f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8cbda5a2e64c58" /><Relationship Type="http://schemas.openxmlformats.org/officeDocument/2006/relationships/notesSlide" Target="/ppt/notesSlides/notesSlide43.xml" Id="Rdc40ef3e58814120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dfa95f24544d85" /><Relationship Type="http://schemas.openxmlformats.org/officeDocument/2006/relationships/notesSlide" Target="/ppt/notesSlides/notesSlide44.xml" Id="R939b5612943945bc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8130ddfed74f18" /><Relationship Type="http://schemas.openxmlformats.org/officeDocument/2006/relationships/notesSlide" Target="/ppt/notesSlides/notesSlide45.xml" Id="Rd7242d175d804a5c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1600fcb66346d4" /><Relationship Type="http://schemas.openxmlformats.org/officeDocument/2006/relationships/notesSlide" Target="/ppt/notesSlides/notesSlide46.xml" Id="Rb780636af3cf4e1e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3ada0925fc46b5" /><Relationship Type="http://schemas.openxmlformats.org/officeDocument/2006/relationships/notesSlide" Target="/ppt/notesSlides/notesSlide47.xml" Id="Ra02c8e02785f4cb1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880c5aaf384b58" /><Relationship Type="http://schemas.openxmlformats.org/officeDocument/2006/relationships/notesSlide" Target="/ppt/notesSlides/notesSlide48.xml" Id="Ra669a7eb0ef545a6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75f310e2dd4d68" /><Relationship Type="http://schemas.openxmlformats.org/officeDocument/2006/relationships/notesSlide" Target="/ppt/notesSlides/notesSlide49.xml" Id="R44d9a1a13fa24549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f2b7465bc4460d" /><Relationship Type="http://schemas.openxmlformats.org/officeDocument/2006/relationships/notesSlide" Target="/ppt/notesSlides/notesSlide50.xml" Id="R4a6713845c914765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a1b1e48f6d4fb5" /><Relationship Type="http://schemas.openxmlformats.org/officeDocument/2006/relationships/notesSlide" Target="/ppt/notesSlides/notesSlide51.xml" Id="Re32fbc95141f4800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a1bab2d04f404e" /><Relationship Type="http://schemas.openxmlformats.org/officeDocument/2006/relationships/notesSlide" Target="/ppt/notesSlides/notesSlide52.xml" Id="Re5422093676a4b54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0518b118e7423e" /><Relationship Type="http://schemas.openxmlformats.org/officeDocument/2006/relationships/notesSlide" Target="/ppt/notesSlides/notesSlide53.xml" Id="R55c2809537a144b1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1757d29fad4023" /><Relationship Type="http://schemas.openxmlformats.org/officeDocument/2006/relationships/notesSlide" Target="/ppt/notesSlides/notesSlide54.xml" Id="R3828afb5ab3e4eff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9fd70fbd5548c9" /><Relationship Type="http://schemas.openxmlformats.org/officeDocument/2006/relationships/notesSlide" Target="/ppt/notesSlides/notesSlide55.xml" Id="R1597f542c53347a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3B8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4DE9A8-9077-41E4-B9A0-D92571B34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53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57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学术研究汇报 · 工作稿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37ABD1-1306-42D3-AE80-87F884FD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1066800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跨 RSU 移动工作流的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4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模型依赖与执行状态准备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D1FD23-C8EF-4C32-AB63-CF3B6A7E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9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5F55F4-30B9-491F-82FD-AE721FCA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Dependency-Aware Model and Execution-State Preparation for Mobile Edge Workflows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8036DD-9C9C-49A3-8A5A-DAB545CBC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3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基于论文工作稿与截至 2026-10-09 的项目证据</a:t>
            </a:r>
          </a:p>
        </p:txBody>
      </p:sp>
    </p:spTree>
    <p:extLst>
      <p:ext uri="{BB962C8B-B14F-4D97-AF65-F5344CB8AC3E}">
        <p14:creationId xmlns:p14="http://schemas.microsoft.com/office/powerpoint/2010/main" val="17538585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3B8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209A11-8B0A-4712-9BF8-1327BABC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6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报告路线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FEA683-3D46-4D8A-910C-D8CD6A28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从问题定义到可验证的结论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310B77-82D8-468B-B736-A4760FBF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03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9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2D46F5-9801-4C59-9BFD-C190D49D2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042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研究问题与最近邻工作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F887F1-78CF-4C5D-A788-9ED28EA51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系统模型、资源语义与五动作接口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FD1246-A790-42C3-BE3C-855479B5C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910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控制器计算及正确性边界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CB6E58-B848-40DE-B7F0-3295FF06E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实验协议、已有证据与下一轮验证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DCB650-1A3B-4DCC-8726-F8E193974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BE9511-0DA7-453C-BB5F-38443683B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02 / 55</a:t>
            </a:r>
          </a:p>
        </p:txBody>
      </p:sp>
    </p:spTree>
    <p:extLst>
      <p:ext uri="{BB962C8B-B14F-4D97-AF65-F5344CB8AC3E}">
        <p14:creationId xmlns:p14="http://schemas.microsoft.com/office/powerpoint/2010/main" val="4747551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3B8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4DF170-AF56-41B9-A44F-E78E1253C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01 研究定位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F6A23D-BE12-4732-8375-807F8AA69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当前最稳妥的研究表述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47FEF1-CF39-4E37-BB61-BAE6939E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9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FCD351-67A2-4013-9115-D0BD2B509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6C518E-7F91-4B0B-A7BF-2D6CD3236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1452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研究对象：车辆关联 DAG 在多个 RSU 间持续执行时，目标端需要模型依赖与可恢复状态。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CADE78-FC30-4B10-8AD1-34F3D2F4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622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A286AC-F8FA-4777-B2C5-90624AA2A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2417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核心问题：何时提前准备、准备什么，以及准备成本是否换来更可靠的完成。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5AECF7-526D-4392-A9B2-99009127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719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3B7F88-2E39-4BA5-8E0A-7D1A6E99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3382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现阶段已建立可执行的资源抽象和有界机制见证。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B97E0F-DF86-4EB4-9BC1-0424586B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815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24F839-EA4C-4C91-95EA-2ECFDD940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4347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联合机制收益、复杂控制器收益和独立泛化仍待验证。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51BB5F-D1C3-4461-8624-A2C4A540F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51222E-2190-4610-B0FF-ABF019279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03 / 55</a:t>
            </a:r>
          </a:p>
        </p:txBody>
      </p:sp>
    </p:spTree>
    <p:extLst>
      <p:ext uri="{BB962C8B-B14F-4D97-AF65-F5344CB8AC3E}">
        <p14:creationId xmlns:p14="http://schemas.microsoft.com/office/powerpoint/2010/main" val="19087196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3B8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5CCF1F-8898-43A4-BA03-4F73CF180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6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第一部分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587CF7-338B-423C-AEAE-E07C6131A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研究问题与文献位置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E82F28-9542-4509-A147-1BDE00AB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03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9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C355F6-4A34-4D1A-B719-2A116743D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042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为什么 cache hit 不能代表 workflow 完成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B33BB7-2D92-41F7-BAB8-F4B8795C5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哪些部分已经有直接先行工作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01F9D6-6AC8-4A16-AE89-8563FCC03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910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论文还需要证明什么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32D425-F9DD-4BF3-BD15-534563233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A4588D-719E-49F3-B0D0-518145852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04 / 55</a:t>
            </a:r>
          </a:p>
        </p:txBody>
      </p:sp>
    </p:spTree>
    <p:extLst>
      <p:ext uri="{BB962C8B-B14F-4D97-AF65-F5344CB8AC3E}">
        <p14:creationId xmlns:p14="http://schemas.microsoft.com/office/powerpoint/2010/main" val="19535905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3B8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7187FD-A442-4FF9-8C80-90FB04743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场景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CA2121-12FD-4A9D-B51B-D31A83A7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跨 RSU 连续执行的三个条件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3972A8-1364-406C-8956-9DA3C948D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9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EE86BC-EB02-485A-9685-E21354BAA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88BA90-04E1-41EA-B61A-F603EDBF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1452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DAG 的后继节点要等前驱结果。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6250FE-2D1C-441E-9E9C-CB580C67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622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1C5E14-4192-45F5-95F7-DBF598D90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2417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目标 RSU 要有兼容的 base 与 adapter。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57F6B7-319D-4754-91AD-1A6893E0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719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7165A3-5CED-4C4A-80E6-F742EBF3A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3382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跨节点、跨 RSU 执行还需要可用的工作流状态。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B3A750-6D10-446A-AC9A-C95250C21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815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DE0175-A658-4838-B9EF-F232BAEA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4347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三者缺一，局部资源命中也未必能执行后续任务。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D94864-A2C9-456E-9862-3FEA014C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35961C-0426-41F3-8BD6-C5EE7BC3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05 / 55</a:t>
            </a:r>
          </a:p>
        </p:txBody>
      </p:sp>
    </p:spTree>
    <p:extLst>
      <p:ext uri="{BB962C8B-B14F-4D97-AF65-F5344CB8AC3E}">
        <p14:creationId xmlns:p14="http://schemas.microsoft.com/office/powerpoint/2010/main" val="11105396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3B8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FEC5A2-7C70-43B6-B237-DA4615D04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95FC66-B5FD-4DF2-BF5F-205BAD13A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提前准备存在双向代价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09970C-B4AF-4C19-89BF-3182BF92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9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6DA20D-6589-42EB-9682-C4CBBBF24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962150"/>
            <a:ext cx="504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准备过早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E8ADF1-8454-41CB-B9CF-A73D30491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6215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准备过晚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CAEA9F-3907-4332-8008-44D5558E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724150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占用有限缓存容量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8646BE-374D-4FAC-8F57-4FBB9377F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438525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发生可能用不到的传输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47941F-A543-44F4-87E3-8A73D0A7B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152900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驱逐其他依赖对象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67DCEB-7271-44D1-9BA4-BAFD38CA0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24150"/>
            <a:ext cx="4876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handoff 时目标端冷启动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0ECA41-A7BF-45DF-BED8-BECAD1A96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38525"/>
            <a:ext cx="4876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后继节点中断或重跑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C6FAD3-DE0C-4B57-9020-E3478210B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52900"/>
            <a:ext cx="4876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完成率与连续性下降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B17A25-C085-4550-B1AF-08D90B0E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9ADB26-8981-41C1-8AA9-D9FCCDEDD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06 / 55</a:t>
            </a:r>
          </a:p>
        </p:txBody>
      </p:sp>
    </p:spTree>
    <p:extLst>
      <p:ext uri="{BB962C8B-B14F-4D97-AF65-F5344CB8AC3E}">
        <p14:creationId xmlns:p14="http://schemas.microsoft.com/office/powerpoint/2010/main" val="13166179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3B8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4E1741-57FD-4127-845B-6E9432B3A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AC6722-2DC8-4BE7-AC4D-2021441B7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三个可证伪的问题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E693DF-C44D-40FB-A164-831E0602D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9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9D85CB-2B0D-4D81-A55F-2D797381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A9AF31-0C7D-4526-A037-EAC834F60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1452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Q1：共享 base 如何改变后继任务的增量存储与传输？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97C0F4-43E8-4BD7-A7F5-86221580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622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EED532-9715-49D5-B6F6-EFAE6D75D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2417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Q2：目标端准备在什么条件下抵消其通信与占用成本？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7E9EF7-63EA-49A4-907B-2CEE0EA2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719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D09A8F-832E-4694-A42C-5DCF82304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3382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Q3：同观察、同动作、同预算下，结构化控制是否优于简单控制？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FD8D86-4C27-4AC9-9B1D-2184403BD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5A77E6-E857-4610-A0B3-285CD92E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07 / 55</a:t>
            </a:r>
          </a:p>
        </p:txBody>
      </p:sp>
    </p:spTree>
    <p:extLst>
      <p:ext uri="{BB962C8B-B14F-4D97-AF65-F5344CB8AC3E}">
        <p14:creationId xmlns:p14="http://schemas.microsoft.com/office/powerpoint/2010/main" val="14318099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3B8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E3407C-B29B-4E5D-885A-B763485D7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近邻工作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642EB3-6883-4D02-B328-83A4F1E6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已有研究覆盖了哪些部分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1E8B98-2F7A-49FD-8526-AB2DDBB68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9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64CBF6-C1D3-4FD2-B3A7-812E0896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962150"/>
            <a:ext cx="504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直接相关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FF2AC9-030E-453F-A5D4-A327B4484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6215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资源与方法参照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96831C-762F-4C66-8874-CB53D6929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724150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双依赖缓存与 PPO：TMC 2025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AB325E-F448-40E1-96E0-767744098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438525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移动辅助迁移：TVT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2AAF41-DA56-4B32-846F-B52EB9E3D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152900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边缘工作流调度：FGCS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4E0177-E5ED-401C-95A2-C15BE61EB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24150"/>
            <a:ext cx="4876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共享 base 服务：SLoRA、Punica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A2FE4A-0906-4C9E-8D3B-F80EAC0D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38525"/>
            <a:ext cx="4876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adapter 缓存与路由：POLAR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34C6F0-38C9-4BDA-826C-8259B09D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52900"/>
            <a:ext cx="4876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延迟回报与强基线：RUDDER、MAPPO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802A49-41E7-4C41-BD77-763255E1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C75CB6-DABE-41F5-B71F-F344BD0F3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08 / 55</a:t>
            </a:r>
          </a:p>
        </p:txBody>
      </p:sp>
    </p:spTree>
    <p:extLst>
      <p:ext uri="{BB962C8B-B14F-4D97-AF65-F5344CB8AC3E}">
        <p14:creationId xmlns:p14="http://schemas.microsoft.com/office/powerpoint/2010/main" val="11678532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3B8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786027-A510-4608-BA99-DE5FBEE44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候选贡献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4CADF6-928C-41CD-87AA-4A5A096A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需要检验的是交互，而非模块拼接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DD2245-5C69-4801-B74D-5ADC300A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9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A5E68B-27CC-4273-99E0-E0A313D9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AC6D19-8C04-4661-9677-3F957B882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1452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共享依赖降低边际准备成本，作用取决于对象顺序与容量约束。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FB5D5A-A347-43BD-8B8A-F6523971A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622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AC7901-F45C-4084-95E0-970237D9A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2417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状态恢复能保留前缀工作，但必须计入真实状态字节及恢复代价。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0FBC40-93B3-4AF4-82B5-003AF7E9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719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404597-4538-417B-8E38-A0DE2B90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3382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控制策略若要单独成贡献，须超过同信息的平坦 PPO 与确定性规则。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9CF602-B2CE-460E-8B3B-C49DF3817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425769-0B1E-4D7E-9CF4-6B479FF8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09 / 55</a:t>
            </a:r>
          </a:p>
        </p:txBody>
      </p:sp>
    </p:spTree>
    <p:extLst>
      <p:ext uri="{BB962C8B-B14F-4D97-AF65-F5344CB8AC3E}">
        <p14:creationId xmlns:p14="http://schemas.microsoft.com/office/powerpoint/2010/main" val="20241325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3B8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1A1593-2DED-4044-9439-6A7D446D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6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第二部分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9077E6-715D-4B81-9544-26B9B123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系统模型与资源语义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499078-8184-4DAC-ADD9-3B6F9878F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03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9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689024-E1AC-4C7F-9763-FE4A16A1E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042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DAG 进度、typed cache 与 handoff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CAA208-7D01-4EC1-9FDB-381EA2530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增量准备和状态迁移的成本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C4C2E8-33A4-458A-B9A9-E1BAC343B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910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当前控制器实际能做的动作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5439DD-56E2-466E-A0F1-8DBCF400F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DFB250-2A20-43EB-B6C8-A4C7FEF5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10 / 55</a:t>
            </a:r>
          </a:p>
        </p:txBody>
      </p:sp>
    </p:spTree>
    <p:extLst>
      <p:ext uri="{BB962C8B-B14F-4D97-AF65-F5344CB8AC3E}">
        <p14:creationId xmlns:p14="http://schemas.microsoft.com/office/powerpoint/2010/main" val="8706624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3B8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9171B1-3FF2-43B5-AF92-802F98D5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系统对象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D17F5D-44E0-4F8E-B3F4-D90A99611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一个 workflow、多个驻留状态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9A0D87-16C7-4974-B790-8A1C56321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9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7D19BC-7541-4F70-9261-D6344E80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DBC3D4-A4B6-4224-8D49-BCDF86E8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1452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工作流 G=(V,E)：节点代表任务，边代表前置依赖。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C98303-B78C-4DF9-A218-A1F5BFC5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622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8E55FF-EEE4-4A66-9753-231865899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2417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每个 RSU r 有容量 Kᵣ 和时刻 t 的驻留集合 Cᵣ(t)。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D27D31-A961-4708-9836-1F846ABB8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719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18AF35-28C8-4618-81DD-F656F590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3382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节点 v 有兼容模型依赖 Dᵥ，可能还需要执行状态 zᵥ(t)。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FA8681-7384-4239-A126-C61F402B3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815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204E16-E0BE-4931-AA51-A8B999C2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4347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车辆关联的服务 RSU 会随轨迹变化。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5F9992-4B75-4D7D-B53A-5FF051959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4F46D8-98D2-4D74-B9AB-FE5B60A5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11 / 55</a:t>
            </a:r>
          </a:p>
        </p:txBody>
      </p:sp>
    </p:spTree>
    <p:extLst>
      <p:ext uri="{BB962C8B-B14F-4D97-AF65-F5344CB8AC3E}">
        <p14:creationId xmlns:p14="http://schemas.microsoft.com/office/powerpoint/2010/main" val="214148797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3B8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5876FD-70E8-4D12-928A-319922B58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DAG 进度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9241D5-19C2-4618-A223-D0793F6B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剩余工作流比当前节点更重要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FB7792-72E2-471A-95C3-533AF31B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9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7A7974-D776-465B-BE74-9BA3B1473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7DF11F-BAB6-4D71-BFF7-DADDF0970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1452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已完成节点集合决定当前可执行 frontier。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930ABD-31D9-4E49-A093-CEF3EFD9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622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09B575-6DF6-4D4D-BC10-3C0E52501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2417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一次局部成功只推进部分 DAG；后继节点仍可能因依赖或 handoff 失败。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A7E6DB-848E-4AAC-AE03-C2369545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719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00FC82-1FD3-4DB8-B705-07BDEA8D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3382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准备动作的收益要在最终完成、失败与成本上兑现。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BE27C1-3D54-4879-85EA-5239C3543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5A2C58-9983-432F-8468-51807BD1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12 / 55</a:t>
            </a:r>
          </a:p>
        </p:txBody>
      </p:sp>
    </p:spTree>
    <p:extLst>
      <p:ext uri="{BB962C8B-B14F-4D97-AF65-F5344CB8AC3E}">
        <p14:creationId xmlns:p14="http://schemas.microsoft.com/office/powerpoint/2010/main" val="132999373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3B8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AE7491-42D6-4C91-93C4-544D93D95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typed cache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99B834-F9DA-4462-B2C5-D1C296B7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资源必须按类型与兼容性记账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DB4766-944D-4D4E-B83F-DE973F4EC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9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088407-D28F-446B-9535-88FD781FC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962150"/>
            <a:ext cx="504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模型资源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63BC5F-CC4A-4F73-94E6-9B6E22F5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6215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工作流资源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F56819-ED7C-4FAE-98A0-9EEED53EE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724150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base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0220A1-AEA8-4981-B2CF-DC2E388A8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438525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adapter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9896C6-AC9C-4C50-A0FE-29BB757F2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152900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兼容关系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537AC4-9FD0-45E7-B67E-9B294171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867275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共享对象只计一次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4B8631-D09D-4212-B24A-F60E6EB37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24150"/>
            <a:ext cx="4876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显式应用状态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028627-1210-449B-8B49-454220B9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38525"/>
            <a:ext cx="4876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输入与中间结果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324199-0867-4180-945C-CEDD776F5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52900"/>
            <a:ext cx="4876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版本与哈希验证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E5AEC5-6974-4830-8CFD-D7391CEF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867275"/>
            <a:ext cx="4876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后缀恢复所需上下文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452EF6-62A8-427D-8F97-1E226E91C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C0C28C-118E-4A43-A3B0-5A08D1323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13 / 55</a:t>
            </a:r>
          </a:p>
        </p:txBody>
      </p:sp>
    </p:spTree>
    <p:extLst>
      <p:ext uri="{BB962C8B-B14F-4D97-AF65-F5344CB8AC3E}">
        <p14:creationId xmlns:p14="http://schemas.microsoft.com/office/powerpoint/2010/main" val="104745142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3B8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B75AE8-4DDB-4037-93EF-1D6123DE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成本定义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57497C-9CF3-4A46-8C54-39270BF6F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增量准备只计算目标端缺失对象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1564F7-EF44-4504-8E3F-C0D8C818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9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300F26-6593-4753-BEE9-CB2E0F96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019300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ΔM(B,r,t) = Σ size(o),   o ∈ B \ Cᵣ(t)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73498C-2330-42DE-83B5-E4EC2877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527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9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DAE8CC-BA4D-4E19-8094-278E669DE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457575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B 是拟准备的资源对象集合。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83F4FA-E7B1-489E-B7C3-7DF712199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1719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同一共享 base 在多个依赖集合中只计一次。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836372-361D-4301-A8F7-410A42A6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886325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实际准入还需满足容量、兼容性与驱逐规则。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E0AA2E-770F-4B41-BB85-EE429108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CC1764-C9F2-49FE-838E-6E7FFCA77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14 / 55</a:t>
            </a:r>
          </a:p>
        </p:txBody>
      </p:sp>
    </p:spTree>
    <p:extLst>
      <p:ext uri="{BB962C8B-B14F-4D97-AF65-F5344CB8AC3E}">
        <p14:creationId xmlns:p14="http://schemas.microsoft.com/office/powerpoint/2010/main" val="189497472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3B8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3BA557-E92A-4EFD-836D-799715BA8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handoff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725F33-BA50-4BA2-8BE4-E2A9B1AA6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目标端准备的因果顺序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36DF66-27BC-4E9E-9E5B-9C2C30120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9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1927A7-35C0-4423-8F2C-C7279DEE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18DCD5-7784-4EF1-821B-B613501F1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1452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当前位置与已提交 DAG 决定当前可观测信息。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9EBEFA-8414-4AF5-B158-5846C1843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622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5C879C-A041-4E7C-81EA-33C6AC30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2417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预测只能使用决策前的 mobility 观测。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4743CB-8294-475F-930C-D1641B37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719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EBCA0A-D514-491B-9587-B31D6AE3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3382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目的地缓存准备先发生，handoff 后才观察是否实际受益。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9268D3-24AD-427D-875B-1264D4B75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815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63285A-B210-4428-A0DA-ECEBDBF29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4347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若目标端缺模型或状态，后继执行仍可能失败或重跑。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F678C3-37E0-4F37-9F55-4434811F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A1ADFB-B9CD-4032-8BE1-C6FD1411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15 / 55</a:t>
            </a:r>
          </a:p>
        </p:txBody>
      </p:sp>
    </p:spTree>
    <p:extLst>
      <p:ext uri="{BB962C8B-B14F-4D97-AF65-F5344CB8AC3E}">
        <p14:creationId xmlns:p14="http://schemas.microsoft.com/office/powerpoint/2010/main" val="208356157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3B8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225453-D98A-4429-A6A2-8489DC28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动作合同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2C951B-A3AE-4F81-937F-E02614FF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原型实际提供五种环境动作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75E0E9-DD7C-4145-8BAF-A92781642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9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E764FB-770A-4E02-9527-3F7DC3AC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462615-3F7D-4189-AF80-2A4CFFAA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14525"/>
            <a:ext cx="100774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0：填充当前 RSU。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DA1F6C-A181-497A-B29D-460DFCD5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1940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60B4CF-82D1-4E5F-B97D-10CBBD597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81300"/>
            <a:ext cx="100774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1：向预测目的地预取。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379A4F-1AFE-4697-8FCC-053FEF165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861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9191BA-9DD8-4A2B-AB33-CC26D1A75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48075"/>
            <a:ext cx="100774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2：使用车载回退。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CD95E1-6B7E-4CB6-917F-C77D72C0F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5295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94BA72-06EF-46BD-9479-67A50CC42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14850"/>
            <a:ext cx="100774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3：不改变缓存地卸载。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EF71D0-C8B7-47A9-B1B6-21B812D7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197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CB5A81-2D42-4BA1-A2D7-29C55749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381625"/>
            <a:ext cx="100774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4：为 handoff 做准备。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067DAE-EC0A-4F11-A10B-017A313C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1802BA-3A77-41A3-92BA-2945960C0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16 / 55</a:t>
            </a:r>
          </a:p>
        </p:txBody>
      </p:sp>
    </p:spTree>
    <p:extLst>
      <p:ext uri="{BB962C8B-B14F-4D97-AF65-F5344CB8AC3E}">
        <p14:creationId xmlns:p14="http://schemas.microsoft.com/office/powerpoint/2010/main" val="82328778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3B8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B890AE-8E8F-4735-A665-487BA0F2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观察与权限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D92967-AFEA-4ABD-8CB2-86AF80F5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不能给方法额外未来信息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465437-7E48-4F27-8428-C92D10A78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9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682BCE-16EB-4F96-9BF7-623E0E8CF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1F0D0E-387E-4EC0-8A53-3D4ACD64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1452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可见：已提交 DAG、完成进度、typed 驻留、容量及因果预测。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BC1D37-DDF5-464A-9D13-68ECD8751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622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CAB4C0-6B75-4E26-B008-5B11E2A56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2417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不可见：未来真实服务结果与未发生的轨迹。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DD06FB-07F0-4364-B816-25D2A3B8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719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EBFE47-11E0-4149-BEF5-FE2F8DDB7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3382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所有比较方法应共享 observation、合法 mask 和动作权限。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43857C-CABE-4247-9B30-1F9EA270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815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A65EC8-A63F-44B4-94A8-7E97F930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4347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多策略头属于单一 controller，不等同于 vehicle/RSU 级多智能体。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FC9717-8E08-4389-87B0-AE40A33E1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C4FD87-5AA0-4EC2-8114-6976AD486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17 / 55</a:t>
            </a:r>
          </a:p>
        </p:txBody>
      </p:sp>
    </p:spTree>
    <p:extLst>
      <p:ext uri="{BB962C8B-B14F-4D97-AF65-F5344CB8AC3E}">
        <p14:creationId xmlns:p14="http://schemas.microsoft.com/office/powerpoint/2010/main" val="177717360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3B8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CC6D04-69A4-467D-A14C-DCCB6CE20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目标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7E71F2-8A07-4B25-B5B5-E385F113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首要终点是工作流完成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4234AC-4F1C-4EC2-8DB9-A85B1A18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9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14AFD1-F7AA-4448-818E-A9934D99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A7F7A1-2DE6-4739-8CEA-66B052F50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1452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主结果：在指定观测窗口内完成提交的 workflow。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6CCAA6-3C79-47F0-866E-048157B61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622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E4FFF5-3BA9-4CAB-A1A7-9AC144A42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2417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共同报告：失败、连续性、传输、真实状态字节、backhaul 与延迟。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660A22-3FC3-49D0-87F2-013D9BB0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719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0A7EFB-14FB-4362-91A6-EA658E4F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3382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失败 workflow 已发生的成本仍计入分母。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A4C0BF-0218-4971-9B66-B4B13C7E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815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D7C757-B5C7-400E-A895-659633162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4347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完成条件下的延迟要同时报告可用覆盖率。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0D0C4D-1B36-418A-9AD9-9BF9F2423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14E559-2626-4E3D-8D55-DF5658FD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18 / 55</a:t>
            </a:r>
          </a:p>
        </p:txBody>
      </p:sp>
    </p:spTree>
    <p:extLst>
      <p:ext uri="{BB962C8B-B14F-4D97-AF65-F5344CB8AC3E}">
        <p14:creationId xmlns:p14="http://schemas.microsoft.com/office/powerpoint/2010/main" val="127315510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3B8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A7EF58-327D-4E6F-ABD7-DA6CBB94F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6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第三部分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8E05ED-EF8B-435A-BA4F-4F9C5794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控制器与正确性边界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2B5AD7-1D4B-45F3-B2A9-D3D9C181C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03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9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F08400-CEDF-4AE3-BCC3-203AA3BA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042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机制信息如何进入策略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00C31D-94F2-49F6-826B-38D9BF431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三头采样如何映射到五动作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FE8582-8BB0-4BF9-98F7-5A1A774F3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910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为什么 PPO 更新必须匹配行为分布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1100F6-DB2B-4FAD-8BB2-5493698C7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5D6933-4410-4179-BC2E-04B199D5F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19 / 55</a:t>
            </a:r>
          </a:p>
        </p:txBody>
      </p:sp>
    </p:spTree>
    <p:extLst>
      <p:ext uri="{BB962C8B-B14F-4D97-AF65-F5344CB8AC3E}">
        <p14:creationId xmlns:p14="http://schemas.microsoft.com/office/powerpoint/2010/main" val="191364419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73B8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790AA6-7FEE-4781-9659-93BBF516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34A48A-560E-49B3-AF7E-AABA1D38F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控制器输入增加 28 个机制特征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CF6E7E-AA5F-4FFE-AB41-DAAD5C45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9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DFC7CB-4711-4748-B210-DF431A44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991230-35A1-4331-A301-B13858B2C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1452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特征覆盖模型依赖、容量、剩余进度、预测目的地与状态 readiness。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4ADCB1-4FB4-47F4-BBDD-5DC267237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622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EB5147-0BA4-42C1-A878-9AE19BD3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2417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matched development 对照向控制器提供相同机制信息。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6322AF-DB93-4495-95EB-D2385EA0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719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77BC81-9F9A-4590-B5EE-0AE3DEDE8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3382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额外特征本身不能证明算法创新。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CF4F49-285B-41C4-9862-2F1E1E7AE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815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0EDF63-1802-482D-A59C-B878B614F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4347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图编码、候选构造、mask、查找和推理开销须分别报告。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0AA292-4DC4-4436-A81D-1B31FF72F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EC0096-8AD0-4F10-9F69-E4E11FF64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20 / 55</a:t>
            </a:r>
          </a:p>
        </p:txBody>
      </p:sp>
    </p:spTree>
    <p:extLst>
      <p:ext uri="{BB962C8B-B14F-4D97-AF65-F5344CB8AC3E}">
        <p14:creationId xmlns:p14="http://schemas.microsoft.com/office/powerpoint/2010/main" val="155793607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3B8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81BBB3-AAD8-4313-9B38-BAAE15C4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策略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3630FB-3F3B-4832-94D4-245FF4C0C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三头概率对应五个环境动作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4652B1-62FB-4D2B-9E64-7450DAEF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9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FE4E41-5345-4143-83D9-94B9BE9E3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019300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 = (e₀s₁, e₀s₂, e₀s₀f₁, e₀s₀f₀, e₁)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1F3ABD-4998-4BA4-A526-5C5F778F8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527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9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040021-3660-4855-980D-8C3F1EC2B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457575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e：event 头；s：slow 头；f：fast 头。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73BB73-FF47-4347-9901-AA57FF66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1719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行为策略实际在五个环境动作上采样。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56CF66-D5DF-427D-9A02-B3F4C1A18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886325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五项先构成未屏蔽动作概率，再应用合法 mask。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52A084-01EE-4528-8574-2A60C01D5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0790D1-1549-420D-8830-9D6C97B01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21 / 55</a:t>
            </a:r>
          </a:p>
        </p:txBody>
      </p:sp>
    </p:spTree>
    <p:extLst>
      <p:ext uri="{BB962C8B-B14F-4D97-AF65-F5344CB8AC3E}">
        <p14:creationId xmlns:p14="http://schemas.microsoft.com/office/powerpoint/2010/main" val="163526083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73B8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B81E2F-501B-4D1D-AAF2-D8101C8F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策略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DCBED5-A140-4744-B229-F1EE89E33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合法动作屏蔽后的行为分布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E6CFC2-3A9E-4250-B16D-DB367EA6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9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6D2D30-CCC4-43A7-8FD4-55BBB5A01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019300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πₘ(a|x) = mₐ pₐ(x) / Σⱼ mⱼ pⱼ(x)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6AC03E-F17F-41DF-B0D3-12BD7EE6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527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9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7BD50C-CD6A-413C-BBB8-EAE5050D5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457575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屏蔽与重新归一化共同定义真正的行为策略。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8E8355-2765-4ACC-B4D1-0B423FCE0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1719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PPO ratio 应比较新旧 πₘ 在已执行动作上的概率。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F42344-166E-41C4-957F-D368C650D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886325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只有一个合法动作时，直接 actor 梯度为零。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1D9B0C-8C62-4D12-8F68-7F267745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3B4A75-D210-4A27-AC43-C501CF9A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22 / 55</a:t>
            </a:r>
          </a:p>
        </p:txBody>
      </p:sp>
    </p:spTree>
    <p:extLst>
      <p:ext uri="{BB962C8B-B14F-4D97-AF65-F5344CB8AC3E}">
        <p14:creationId xmlns:p14="http://schemas.microsoft.com/office/powerpoint/2010/main" val="32338953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73B8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46E509-68E4-41E6-800F-EFDDB2B1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数学审计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1BE548-B061-4A94-8850-85759623A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旧 head surrogate 与行为策略不一致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147FE1-B4D4-4F97-8758-5F5C9A27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9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D60FB1-25EC-4976-A7EF-8847E3A6F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9BE48C-7B29-45FC-A126-D9AA1B5F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1452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枚举 31 种非空 mask、全部合法动作、4 组 logit 与两种 advantage 符号。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B42995-4DD6-45B9-B8B5-9E560D1C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622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2B787A-47D6-45B8-B16B-C9293157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2417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640 个受控案例存在 objective 或 gradient 不一致。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CC244C-9BCE-4CB5-917D-4A2D568EB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719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54D0CB-DE09-4B32-B7AA-16F40559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3382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该反例否定一般等价性。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DE80EA-8DF4-4736-A4F1-9FCB3C5C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815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FAB06E-F1D9-47D1-993F-0A9FD6BB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4347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它不能推断修复后完成率一定改善。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E32C50-EF1A-49E9-985F-9A93C8E89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68138E-83EF-42E0-B820-C8121975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23 / 55</a:t>
            </a:r>
          </a:p>
        </p:txBody>
      </p:sp>
    </p:spTree>
    <p:extLst>
      <p:ext uri="{BB962C8B-B14F-4D97-AF65-F5344CB8AC3E}">
        <p14:creationId xmlns:p14="http://schemas.microsoft.com/office/powerpoint/2010/main" val="48878665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73B8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434D70-71F4-4384-9820-B72677A6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方法边界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5495A7-B49A-4541-B3F1-8D5EA773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正确性修复是实验前提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EA63ED-F2AA-4D77-A80E-F24713BF5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9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8873D7-6F80-4CF7-A69E-87AF32B5A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E35E80-CA6D-49F8-AA0C-F64972D9A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1452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先使采样、log-prob、mask 与 PPO 更新使用同一环境动作分布。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AA4438-40F0-4793-AC73-976EDE639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622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EC25CF-F6D3-42AB-A6AF-0C030E954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2417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用概率、ratio、梯度和单合法动作负例验收。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A70063-5880-410E-8D34-BB79A0FD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719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ED4C5A-F8EF-48BC-9ADF-BC6B0B6E6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3382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再在固定协议下重训并与平坦 PPO、公平规则比较。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0ADF5C-42D7-4857-934A-C606C37F6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815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8FB585-5114-4AA6-857C-709E93623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4347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一致性成立也不自动构成新算法贡献。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0D7A97-BFEF-47A5-AE67-D81B598F4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534E1C-6D95-43BE-9EA3-C33651CFD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24 / 55</a:t>
            </a:r>
          </a:p>
        </p:txBody>
      </p:sp>
    </p:spTree>
    <p:extLst>
      <p:ext uri="{BB962C8B-B14F-4D97-AF65-F5344CB8AC3E}">
        <p14:creationId xmlns:p14="http://schemas.microsoft.com/office/powerpoint/2010/main" val="109049334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73B8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0E7E5B-932C-4FCF-B023-BBAE90AB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6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第四部分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27A664-314C-438E-9919-17A573859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实验设计与统计协议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1B599E-EEF2-46D8-9A9D-BEC2F06CB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03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9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046686-875A-48AD-872B-104D1E34B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042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真实轨迹与受控映射的边界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55FF9F-327D-4878-8480-636359E32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机制实验先于算法比较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C68726-982C-4417-BFA2-6A1303F5E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910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独立窗口与公平基线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A9D0D1-D4E8-4A3B-83D1-D9DD1154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B85C34-308F-4C51-8F9C-34872729F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25 / 55</a:t>
            </a:r>
          </a:p>
        </p:txBody>
      </p:sp>
    </p:spTree>
    <p:extLst>
      <p:ext uri="{BB962C8B-B14F-4D97-AF65-F5344CB8AC3E}">
        <p14:creationId xmlns:p14="http://schemas.microsoft.com/office/powerpoint/2010/main" val="35903886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73B8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B03848-CC51-4397-BD12-CBE389E09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数据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E34564-7392-486E-8CE2-F058FB6A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NGSIM 与 Alibaba 的融合含义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14371C-B0B2-463A-8536-24448AE2C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9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A764FD-3C2B-47E4-8B0F-70C77297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962150"/>
            <a:ext cx="504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可直接引用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59AF89-70DF-4330-82E5-16232758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6215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受控构造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86F401-D813-4DC3-BABE-71BEA988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724150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NGSIM mobility trace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84E732-7A8D-4A73-B706-58602227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438525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Alibaba DAG 拓扑与任务类型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948A01-F994-4445-A92A-C292DBB2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152900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由原始区间定义窗口身份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036FE4-B77F-4649-8FE5-62D87A4DD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24150"/>
            <a:ext cx="4876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任务到模型家族映射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594361-C6E7-4152-90B8-E2323DBF6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38525"/>
            <a:ext cx="4876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adapter 兼容关系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F6424E-F53A-46CD-9C52-9441E05FC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52900"/>
            <a:ext cx="4876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传输与执行状态语义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A0CE42-8AC2-4A7B-9224-8345FFF71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992019-A1E9-4CA0-A513-DE36AFD7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26 / 55</a:t>
            </a:r>
          </a:p>
        </p:txBody>
      </p:sp>
    </p:spTree>
    <p:extLst>
      <p:ext uri="{BB962C8B-B14F-4D97-AF65-F5344CB8AC3E}">
        <p14:creationId xmlns:p14="http://schemas.microsoft.com/office/powerpoint/2010/main" val="191608788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73B8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44851E-25BF-446E-BF7C-0840E87B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数据贡献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40AD85-8E6C-4EE7-9791-71C2011D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新工作负载数据仍处设计阶段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B9055B-9D14-418E-954B-B1398AF2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9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E97665-738D-4147-8245-A4AFD530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D5103A-DB1E-45EC-B015-CCDA0630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1452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需分开记录 measured、literature-supported、derived 与 assumed 字段。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9AB274-843C-42EB-921C-A38F505A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622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178491-763A-47FD-B509-2F3AD242C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2417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先验证小型可执行任务模板、模型兼容性与状态成本。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6B81AD-3015-4F9F-BF2C-0B2C83E9C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719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210FBA-7468-4BC3-B567-C90A7C646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3382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需要独立真实性检验、负对照与许可审查。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5D1877-500B-476D-B7B0-6C26F2DEA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815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D6B4B8-EE86-43D1-BDF3-04BA49A7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4347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新 generator seed 不能代替未用过的真实轨迹。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1A31D9-464F-4C24-8D57-3C2F1A0B5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47D19C-783C-4F7A-9177-0ACC14B5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27 / 55</a:t>
            </a:r>
          </a:p>
        </p:txBody>
      </p:sp>
    </p:spTree>
    <p:extLst>
      <p:ext uri="{BB962C8B-B14F-4D97-AF65-F5344CB8AC3E}">
        <p14:creationId xmlns:p14="http://schemas.microsoft.com/office/powerpoint/2010/main" val="12525510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73B8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4E72AF-9C6E-4A4E-A0C2-E70732AA3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机制设计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FB7895-75A1-4260-9C3C-137E43FE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机制 2×2 必须先于策略晋级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608405-1ACB-4D0B-9729-2BCEB7B73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9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28B001-AF32-448F-BE42-51E84D389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8F8854-E073-4DAB-93C8-CDD15CBAA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1452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共享 base：开启 / 关闭。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1C4B93-ADFE-41F3-B73B-18F5336BE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622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74D39D-1228-410D-90B2-4CDAF6F7B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2417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工作流状态迁移：开启 / 关闭。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AA6D08-DE5E-4D0C-A165-D7E364C8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719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9D61ED-5943-4A5D-94C0-0B24FD7E9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3382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固定控制器先测物理机制，再在匹配预算下测策略适应。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E2113F-B347-486B-9C4F-BD48401BA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815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CA465A-7A47-40F1-BDB5-CFCCD91B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4347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加入无共享机会、无 handoff、容量宽裕和昂贵迁移负对照。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94CEF9-6CE9-49F9-A8B1-757A18741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96F491-C2D8-4434-A5CB-2972C913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28 / 55</a:t>
            </a:r>
          </a:p>
        </p:txBody>
      </p:sp>
    </p:spTree>
    <p:extLst>
      <p:ext uri="{BB962C8B-B14F-4D97-AF65-F5344CB8AC3E}">
        <p14:creationId xmlns:p14="http://schemas.microsoft.com/office/powerpoint/2010/main" val="143132115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73B8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51EEA7-784F-40F2-9D5D-19E03D26C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强基线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4495A1-9E8F-455B-9308-36152ED9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算法比较的最低公平条件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1661AC-BDAB-425F-9BB9-B2F6059CD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9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6A5B27-A599-4E3D-96BB-A64A85A8B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C6C51D-DC9C-4B9D-8DFC-8881B5C7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1452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比较 dependency-aware heuristics、同信息平坦 PPO、两步确定性规划。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FCA23A-2600-4CA4-95C4-4944F6B19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622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7ED964-06F1-4E9A-9F90-938EF75C6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2417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统一 observation、五动作 mask、训练 interaction 与更新机会。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6EA95B-4029-409F-BEAE-96D45CD4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719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9380EE-EFEE-47FF-A9A4-968EF854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3382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统一 checkpoint 选择与搜索预算，记录实际 update 数。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52401C-DBCF-48EF-82FC-AD4A5C9F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815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EDD44B-1D4F-483F-A84C-A3F652B2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4347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短期规划不得读取未来真实轨迹。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F50ACA-AFB7-4E4F-8A9B-6FBF9DC8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7AA711-FC78-49F7-AB81-F28FD7D4F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29 / 55</a:t>
            </a:r>
          </a:p>
        </p:txBody>
      </p:sp>
    </p:spTree>
    <p:extLst>
      <p:ext uri="{BB962C8B-B14F-4D97-AF65-F5344CB8AC3E}">
        <p14:creationId xmlns:p14="http://schemas.microsoft.com/office/powerpoint/2010/main" val="4790800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73B8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BAB87F-A22B-489B-B74B-91B56E4A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统计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707160-9C11-4197-91DC-8C4B1F18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外层样本是原始时间区间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686529-1A76-4722-80E9-C936AF88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9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71585D-5080-4CBE-9669-1DCDC0363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F4EC39-15EC-4992-8071-AD985C809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1452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原始 mobility window 或适当分组的 capture run 是外层配对单位。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C69B94-4209-42C4-B1BB-938CB8EB3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622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749155-B5F5-4066-9F49-9260B212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2417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seed、workflow 与场景变体属于窗口内重复测量。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16B042-83C4-42D7-B04C-B3C8E1001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719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D97B66-2139-4950-B8AC-372876BF2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3382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formal 与 holdout 必须按原始 frame/time interval 互斥。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6824A0-B2E1-43BC-AF9B-F8449197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815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EFEAA4-106C-4C16-9B09-D2983619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4347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预先冻结主终点、缺失值、多重比较和 checkpoint 规则。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5879DF-52FF-4A52-8D21-DEF15C0A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2204E8-4529-4121-9370-E710E399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30 / 55</a:t>
            </a:r>
          </a:p>
        </p:txBody>
      </p:sp>
    </p:spTree>
    <p:extLst>
      <p:ext uri="{BB962C8B-B14F-4D97-AF65-F5344CB8AC3E}">
        <p14:creationId xmlns:p14="http://schemas.microsoft.com/office/powerpoint/2010/main" val="93463494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73B8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F98B31-AA73-4191-9D76-3A4F6EB3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6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第五部分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4CF894-2D3A-43B6-B4DF-38FB6812B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已有证据与反例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D4219D-547C-4CC0-ABCC-941D9B0B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03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9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381A83-9583-43C6-AEF8-5F8E3D20A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042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开发矩阵：方法比较的真实含义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2BD0BB-A0C2-4E74-B279-BD58AF017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机制 A/B/C：可确认什么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245DF5-A5D2-436F-8FAB-14B07B4B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910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formal 与旧基线的审计限制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DD78DB-EA16-46B4-A0A6-30002389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ACE1F8-51F7-4741-A51A-3D4AE79BE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31 / 55</a:t>
            </a:r>
          </a:p>
        </p:txBody>
      </p:sp>
    </p:spTree>
    <p:extLst>
      <p:ext uri="{BB962C8B-B14F-4D97-AF65-F5344CB8AC3E}">
        <p14:creationId xmlns:p14="http://schemas.microsoft.com/office/powerpoint/2010/main" val="26255243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73B8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82B431-94CE-488C-8E17-455BC3C0B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开发证据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39D0D8-59E6-49D0-8D17-5ED0388AA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156 episode 开发矩阵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BA8C3F-A96E-4166-B069-9FE67795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9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99C6AE-1FE6-478D-8EA8-D083D6487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962150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控制器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7A0360-A186-4DAD-909C-D64A703AF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962150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完成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6E0089-D4F5-4909-9B21-2DEB5C5B7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1962150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总传输 MB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C68E86-C548-4C93-A125-9E0E2F9EB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62150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MB / 完成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B21E0A-A44C-4DCF-B39D-9AC4003D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55270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Full 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6223F3-E92B-4BBF-9A8B-83631B1B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5527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18/36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D2721D-56BE-4E56-B64C-92561A792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55270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7,432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432F9A-ED54-4153-A2A0-E444BC817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55270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412.889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3277DC-3462-4BDF-BD4C-EC741183E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20040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Signal-off SA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7C2B72-A6B4-4F51-9F2B-7E5640A3B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2004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14/36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93727D-B69F-44D5-8051-44CAFE00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20040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9,410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5578EB-2C08-49C4-8AD4-2906D8CF8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20040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672.143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8DD13A-1262-4807-8568-5A9C70F3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84810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Full MAPPO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A5EA3D-80E9-463F-86B2-C9D0B1DA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8481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18/36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D2783D-1A9C-49B5-B101-C40FB2A70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84810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7,432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EF360C-02C9-45CA-A9F7-A918504F7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84810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412.889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F3D830-5443-4D84-B454-BF296F06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49580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Full PPO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A4D505-7360-4AD1-9261-10AC6328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4958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27/36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53979A-B293-4D5F-9680-17EF5A2A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449580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10,224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6ACDD5-A9B3-40FB-9EF8-278BA066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49580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378.667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71731F-EE32-406C-AA73-D7F906DE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14350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Critical-path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88BA47-EE8D-4485-A56E-43D0D4556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51435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6/12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7BBAF2-5D73-4291-9856-8A166BA70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514350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3,268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213E38-4B40-40D1-B98A-8FD936F41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514350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544.667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88EBA5-B6B5-48A8-9549-EFEDFFFA7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92D768-8016-4E5C-8AC6-6E5AB787A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32 / 55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29982F-94D5-412A-9D73-C5AA634D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15050"/>
            <a:ext cx="10896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7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数据口径与限制见演讲备注</a:t>
            </a:r>
          </a:p>
        </p:txBody>
      </p:sp>
    </p:spTree>
    <p:extLst>
      <p:ext uri="{BB962C8B-B14F-4D97-AF65-F5344CB8AC3E}">
        <p14:creationId xmlns:p14="http://schemas.microsoft.com/office/powerpoint/2010/main" val="1901221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73B8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47DF6A-92C8-44B2-8F90-7EC1D40A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开发证据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96EC88-FB8F-490B-B0E9-F6A488E5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低总传输不等于更高效率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178A79-6653-4D55-8D9C-C4E65394E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9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79D2EF-2585-4152-B58E-40876C0B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29E4FB-B518-49BC-A5DA-5CB5F3A62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1452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Full SA 比 Full PPO 少传 2,792 MB，但少完成 9 个 workflow。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5515FA-37D1-4CB3-AD09-03544F33C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622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87835A-00D2-4F13-9040-CC14B816B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2417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把失败成本计入后，SA 为 412.889 MB/完成，PPO 为 378.667。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6A8749-C904-4B1B-8DBE-20FD6A41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719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BBD5E1-72A3-4848-B61C-9A60880C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3382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换用仅成功请求作为分母会改变排序。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0F4183-29E5-4D6F-A1F6-01B10717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815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1B13F4-8537-43A7-BE6F-764BF6E0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4347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现有结果不支持 SA 在独立测试上更优。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36A337-367F-439E-A992-067DB8479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8375C4-59ED-4567-B028-A93D0E6C7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33 / 55</a:t>
            </a:r>
          </a:p>
        </p:txBody>
      </p:sp>
    </p:spTree>
    <p:extLst>
      <p:ext uri="{BB962C8B-B14F-4D97-AF65-F5344CB8AC3E}">
        <p14:creationId xmlns:p14="http://schemas.microsoft.com/office/powerpoint/2010/main" val="26457190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73B8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9DFA53-F564-4A7F-8DA0-950C118AA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容量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8810E6-5794-46F0-BC9D-2BCBADC1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开发容量对照没有形成有效压力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83DE40-3589-4458-A6D5-F10150E8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9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AC6EA6-BCA0-488F-B9CD-8595F432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53D605-359A-4106-8CD7-5E327E6BE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1452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280 MB 与 360 MB 两档主结果相同。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021484-1E24-4257-8C38-2B17FB32E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622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9BE132-4355-4F86-B0DC-CB17B0A7B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2417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审计轨迹中没有 eviction 或 capacity rejection。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CE3538-8707-4577-BB10-9C172C97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719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D334D7-5CDE-407D-A0BB-C8033FE9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3382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因此无法证明容量约束下的鲁棒性。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93E9C2-BE58-45CB-A23B-6B1B3C630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815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880B25-93DA-4E6E-97F1-89C56E6C8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4347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后续应预先设计真正绑定的 working-set 区间。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34CCB1-2C3D-4730-BA57-55AD263A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6F7104-546E-4353-B806-2CD69A9ED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34 / 55</a:t>
            </a:r>
          </a:p>
        </p:txBody>
      </p:sp>
    </p:spTree>
    <p:extLst>
      <p:ext uri="{BB962C8B-B14F-4D97-AF65-F5344CB8AC3E}">
        <p14:creationId xmlns:p14="http://schemas.microsoft.com/office/powerpoint/2010/main" val="41638353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73B8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973A52-7E9F-45BC-A610-5CA17B98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机制 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D86AC6-3956-4FA3-9271-73ABD124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共享缓存四配置：同为 72/72 成功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140078-58E5-4B03-9AED-A87C35DFE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9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D80B3F-C995-41C2-B81A-A0C432E73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962150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请求顺序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19820B-EA26-4F1A-B9AC-C6C7318D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962150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共享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2B59C8-1E4A-4F44-A684-F96F87AAE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1962150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总传输 MiB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E711DB-89CF-490C-A413-FAE07CFD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62150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模拟总时长 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B247EF-9760-4CEC-AD6A-77762D785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55270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blocked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DDDF37-48A4-48A2-82EC-DFE08790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5527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20A92F-1BEA-4F4A-9E87-A7A38E08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55270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3,264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31DD0A-34AF-4589-B5E3-FF003DD18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55270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275.964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3D0C2F-CB05-45B6-B008-6821A731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33375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interleaved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59D9FA-AD19-4B7F-8062-9AB324C0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3337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DBACA9-470F-4D8D-8D4F-71DA6714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33375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8,640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BDB69C-6EF5-43C7-A26C-E368BD3C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33375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726.936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F02DA9-9DD0-43A4-BBF5-C77AAB692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11480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blocked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DE8B2E-9450-4541-B766-229C6CA9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1148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off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47C8AB-E6AA-46FB-B928-EA925FF0A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411480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8,640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0042F2-A36E-4F5B-BAEE-955A1C92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11480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726.936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0380B6-5367-40F2-88FE-B3B64E4A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89585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interleaved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BCE8E2-318A-4FEA-A2A1-E8EE440FA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8958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off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5B3B20-5398-4897-B1DC-0FADBA3F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489585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8,640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4D8A70-1CE0-4BF9-B458-81274F62D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89585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726.936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391748-C9F3-47F0-827C-451FB4BE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1B56C6-42AB-427C-84B7-35A90E06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35 / 55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D5D326-0C55-49DF-A4EF-8E87B7145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15050"/>
            <a:ext cx="10896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7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数据口径与限制见演讲备注</a:t>
            </a:r>
          </a:p>
        </p:txBody>
      </p:sp>
    </p:spTree>
    <p:extLst>
      <p:ext uri="{BB962C8B-B14F-4D97-AF65-F5344CB8AC3E}">
        <p14:creationId xmlns:p14="http://schemas.microsoft.com/office/powerpoint/2010/main" val="38347818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73B8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72DD19-7FEF-4C81-9DD5-DAD21C37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机制 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857F14-56DB-44F4-A909-894152416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顺序激活了共享 base 的收益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72BB74-A31B-4B84-A6BD-F23DDFC0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9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BDF1AE-3472-428E-89B0-4E52F4130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AFD675-8D60-4FD3-AFA6-E3AD4D61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1452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blocked + sharing on 比 interleaved + sharing on 少 5,376 MiB base 传输。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C2F0B6-8B9D-4801-99E8-F49F1EE76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622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C34FE7-15AA-497D-A652-08B6C6210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2417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同 family 连续段带来 48 次额外 base reuse。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3274C4-07CE-45FE-9865-173B55DB8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719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2A8BD6-5C31-41A6-9D9D-BE6337C0E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3382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interleaved 情况下即使开启共享，也没有形成复用。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333905-AF5F-4C8C-B40F-54FC8DA1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815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45F44A-84C3-4725-A59A-4E2E9433F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4347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旧静态驱逐语义的低字节伴随大量拒绝，不能计作节省。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9AA5B2-1B17-4B15-8D9D-F75899B00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67ABB1-2D99-4BA3-AC79-136F649A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36 / 55</a:t>
            </a:r>
          </a:p>
        </p:txBody>
      </p:sp>
    </p:spTree>
    <p:extLst>
      <p:ext uri="{BB962C8B-B14F-4D97-AF65-F5344CB8AC3E}">
        <p14:creationId xmlns:p14="http://schemas.microsoft.com/office/powerpoint/2010/main" val="183511857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73B8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5D93F9-7913-4E63-AC28-515FF18BE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机制 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8DA113-32F4-4927-A842-B8F2FC31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四独立进程验证两节点后缀恢复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F6C779-AFAB-4878-B430-07257F28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9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748CF8-E2BF-40EC-869B-20E8F9531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A31EFE-86B3-4C36-80CC-96D6C6BE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1452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continuous、source、restart、recovery 使用同一 base/adapter 与固定输入。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4A163B-FFDC-4B92-A96F-64907A677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622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6E7324-4997-4694-8E72-4DC5C85E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2417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source 保存 n0 状态，recovery target 只执行 n1。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644CF8-C57B-429E-BCB0-D297F1C3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719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D80933-8219-45E0-819E-9E9DBABAA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3382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恢复端不读取原图；n1 输入 hash 与输出 token 严格一致。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739D45-4F2F-49C7-80E8-520CA985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815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EC4F37-BDD1-48E5-BBBE-EB77AC0E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4347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三条比较路径均完成 2/2 节点。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3E269C-A382-416F-AD78-45182DDD9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D400A4-A90F-44E2-8FD5-D2C5FE74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37 / 55</a:t>
            </a:r>
          </a:p>
        </p:txBody>
      </p:sp>
    </p:spTree>
    <p:extLst>
      <p:ext uri="{BB962C8B-B14F-4D97-AF65-F5344CB8AC3E}">
        <p14:creationId xmlns:p14="http://schemas.microsoft.com/office/powerpoint/2010/main" val="181089844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73B8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E0267B-D5A5-44A5-8765-002747F3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机制 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A7C9EE-F5AC-4471-AAE3-2300DDFA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单次同机时间与动态字节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9B528E-70CD-46B4-9643-E9E177CF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9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1E3F99-5914-4AB4-8EEB-B240BBCB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962150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路径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9DA742-3C5C-400A-A7BA-0B760E61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962150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child wall 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78E312-A99A-4A9A-BFF8-97AD5ED94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1962150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中断后执行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446ACE-918F-4195-95B2-7C7B14AB6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62150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动态字节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4D4FBB-3E3D-4D4F-981B-CD715A14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55270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连续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A5191C-2D28-4647-9A98-B674B8B9E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5527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19.465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9BA586-545C-4B11-B7D1-2AAF2F84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55270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n0、n1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79A5A8-9171-427A-B0F0-EB8E7474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55270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43E4B3-1057-43F7-8349-2CBDA73C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33375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从头重跑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2B266D-168C-434D-9CF3-28909921A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3337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32.504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98E773-5023-4A2E-99B0-FFE20140F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33375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n0、n1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C50538-BE19-4016-A480-2A144647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33375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原图 192,757 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ED0980-7A03-40DD-9015-A89185263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11480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状态恢复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4AE21D-DAC6-4ED1-B9BC-2EFBF8D1D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1148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21.370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CFC0B4-BA0B-4A44-A923-95A361C2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411480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仅 n1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917AAF-C4A4-4B50-9CF0-8540BDBB7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11480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状态包 2,040 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B8D5AF-0440-4CC6-A6E3-1AC6CBCB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3034A4-5DEB-438A-BE28-D0D53A364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38 / 55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55EAAF-F4AA-47DF-9AC9-5EA4565A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15050"/>
            <a:ext cx="10896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7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数据口径与限制见演讲备注</a:t>
            </a:r>
          </a:p>
        </p:txBody>
      </p:sp>
    </p:spTree>
    <p:extLst>
      <p:ext uri="{BB962C8B-B14F-4D97-AF65-F5344CB8AC3E}">
        <p14:creationId xmlns:p14="http://schemas.microsoft.com/office/powerpoint/2010/main" val="1140152970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73B8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32FFBA-9D3A-4B37-B4C1-CB3C1F6B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机制 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892C46-D482-456A-8CB9-84BF0303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恢复见证仍有明确外推边界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BBCDE6-1A44-4334-AC63-7C237EBC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9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588736-3600-4AFF-A5E0-2604C2D53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AAA656-10FB-408E-8569-FC538C04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1452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状态包 2,040 B 是显式文本应用状态，不是完整 runtime/KV 状态。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C88047-CF27-4237-9A75-B83CFD7C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622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39DAEF-3C26-44FD-BC7B-F52E9ADF8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2417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固定模型资源已预存；真实无线传输与 RSU 排队均未测量。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513F74-540D-473B-8E5A-867BBD72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719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53B974-94A6-4975-9D54-36BAEA642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3382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任务输出没有可靠标签，语义正确性仍 unavailable。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4E312D-8968-4976-B645-7A9AF9530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815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1F42AE-CE29-48AB-BF6B-D5D47167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4347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production action 4 尚未调用 export/import 接口。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3BE3B9-4287-4619-BF46-CA257079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DDA72E-C8E7-4BE1-8808-801C6422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39 / 55</a:t>
            </a:r>
          </a:p>
        </p:txBody>
      </p:sp>
    </p:spTree>
    <p:extLst>
      <p:ext uri="{BB962C8B-B14F-4D97-AF65-F5344CB8AC3E}">
        <p14:creationId xmlns:p14="http://schemas.microsoft.com/office/powerpoint/2010/main" val="1395037685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73B8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C3BEC6-D9E9-436F-A963-1C746EAF7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机制 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328DC7-3556-4BE9-8AF8-27BE073A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12 个预冻结设计点比较三种规则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ABED11-94CE-444A-BB3A-5BF95511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9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44555D-D36D-458F-B9C3-983E9E31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2A0894-F942-4E72-9E54-3B1E949F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1452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C：当前请求规则。T：既有两步规则。F：完整四步后缀枚举。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75EB48-9D80-40EA-B635-E0CAA4081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622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CCE06F-B635-494B-8C47-A952C2561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2417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交叉 sharing、容量、尾部长度与两档状态成本。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F1C221-C5D8-4465-B8B0-71E699A16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719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062C38-76AA-497C-BEDC-CB8008F21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3382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每格使用同一五动作 legal mask。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DFF74A-1057-4DC9-BAF9-1A2B188E1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815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714AB9-FE18-4DD8-93F0-6271E7EE4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4347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625 条候选经动态合法性筛选，短尾 247、长尾 209。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F28617-05D4-467E-9AE2-1DEA67172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E67E70-C79F-485A-91BD-B7361BDAA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40 / 55</a:t>
            </a:r>
          </a:p>
        </p:txBody>
      </p:sp>
    </p:spTree>
    <p:extLst>
      <p:ext uri="{BB962C8B-B14F-4D97-AF65-F5344CB8AC3E}">
        <p14:creationId xmlns:p14="http://schemas.microsoft.com/office/powerpoint/2010/main" val="1460181135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73B8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811A9B-DCB5-4CEA-BBFB-3822FC18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机制 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9791F4-45E4-404B-9B82-AB6A51539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完整枚举换来更少失败，也付出成本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19F0F4-228B-45B4-8828-D33DED799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9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22F616-A59C-4C88-84C0-02A19A2C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962150"/>
            <a:ext cx="504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低状态成本 · 8 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A577E7-C314-499B-925F-96BD9D84E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6215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高状态成本 · 4 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BD3F50-9AB3-4833-A8B3-684746775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724150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C/T：每格一次服务失败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98F48F-E9EA-4921-A4FF-67743B583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438525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F：通过 action 4 消除此失败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5235D0-F70F-4487-84F0-E2311980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152900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额外状态字节约 2,040 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46F7C6-BB50-4D73-B725-F98E89A14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24150"/>
            <a:ext cx="4876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C/T：每格一次服务失败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7D9FF4-1598-4464-BB96-155D702B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38525"/>
            <a:ext cx="4876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F：同样消除此失败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6D0E6E-7F0A-4BCF-A216-959C2F79D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52900"/>
            <a:ext cx="4876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额外状态成本 160 MiB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7CB0BE-BE20-4919-8620-245D31A74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94A5DE-36D8-4173-8994-84AD290B5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41 / 55</a:t>
            </a:r>
          </a:p>
        </p:txBody>
      </p:sp>
    </p:spTree>
    <p:extLst>
      <p:ext uri="{BB962C8B-B14F-4D97-AF65-F5344CB8AC3E}">
        <p14:creationId xmlns:p14="http://schemas.microsoft.com/office/powerpoint/2010/main" val="593926222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73B8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CA0549-509B-43D6-9111-6A66FEF47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机制 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11DB46-AA04-47AF-A361-52CE1589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当前差距更像局部规则覆盖缺口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BBB803-419B-441A-910F-6D7ED8A45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9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66C37D-6832-420E-A428-D7795B3D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FC75C3-F425-4D5C-A69A-3A7D7918D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1452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C、T、F 在 12 格的首动作相同。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A8A67B-13DC-4E6A-A081-2626FF0B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622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BB5607-3623-48E9-A873-073B32F2B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2417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差异出现在第二步是否为 handoff 选择 action 4。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2CFB31-7ACF-42DD-A5C4-48713DAB1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719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25CF9F-2F86-4655-95D2-5F5D217C9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3382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既有两步规则只在下一节点复用同一 adapter 时选择预取。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F564F6-4435-441C-9F77-B96149518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815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7A8A43-AABE-44EA-8A7B-A8EF83451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4347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尚无证据表明更长未来信息或 RL 是必要条件。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318A6D-B04E-42E0-85C5-1052CABB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F5B5FC-D22C-41F3-9855-74EACEF3F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42 / 55</a:t>
            </a:r>
          </a:p>
        </p:txBody>
      </p:sp>
    </p:spTree>
    <p:extLst>
      <p:ext uri="{BB962C8B-B14F-4D97-AF65-F5344CB8AC3E}">
        <p14:creationId xmlns:p14="http://schemas.microsoft.com/office/powerpoint/2010/main" val="239353588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073B8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CD8400-3298-421E-B3DD-F47D86F8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旧 formal 审计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DAEA41-C4B6-42E3-BB9E-A3910E2B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formal 完整性不等于性能胜出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F81FA4-ECFD-4048-8272-5643E3F0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9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2CEE80-C9E3-4DD3-8CCE-441D6142B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40E2F2-4074-4426-96AE-57599FC03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1452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G14E07 完成不含 holdout 的执行闭环，gate 只验证完整性。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A83DF7-0772-4E1B-8568-10BAFA2E7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622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98F580-F796-4D4A-9E0F-EE63B68AB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2417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纠正方向后，84 项比较为 0 supported、72 mixed、12 contradicted。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71D375-018D-4A89-A4D8-505C5AAE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719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17E7FE-CD2E-48D5-BE58-BF419B764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3382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窗口级 sign test 经 84 项 Holm 后没有显著项。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AE3E08-506E-42F3-B94C-06985F800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815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B1C6F1-B897-48E6-BA00-7BDB37DDD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4347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完成条件下延迟仅 220/540 finite，不能称全面降时延。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02D300-2324-4A06-9C6A-B3B17FD75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53B15C-6A91-4513-B87F-7F92D191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43 / 55</a:t>
            </a:r>
          </a:p>
        </p:txBody>
      </p:sp>
    </p:spTree>
    <p:extLst>
      <p:ext uri="{BB962C8B-B14F-4D97-AF65-F5344CB8AC3E}">
        <p14:creationId xmlns:p14="http://schemas.microsoft.com/office/powerpoint/2010/main" val="1215246026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073B8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E2CF34-B9B7-4BF9-AE5A-2FB1CD81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旧 v70 审计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931518-891C-4AC2-B6B8-6E989350D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奖励排名不能当作强基线证明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87D624-8E72-4552-B90D-7B82ABA39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9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B1ADB2-0EB8-46C2-84D4-52608DA06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FFEF6B-72DA-4D2A-9E00-7456A337B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1452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mixed/full 计划窗口是 Peachtree，实际 episode rows 是 Lankershim。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3FF49A-F083-40C9-9B7E-ABD7FE3B8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622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F039E8-1825-4E52-9DE9-EA14A5359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2417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full 的 48 个窗口有 177 对原始区间重叠。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6EF134-E72A-442A-8CCF-8428F55F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719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CE9054-9061-4F04-9581-C965331B3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3382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SA 的 update count 为 16，PPO/DT 为 12；checkpoint 选择规则不同。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3718A3-0722-4367-9A72-93A0C9235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815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26EF57-58E6-47E0-8D5D-6639E0871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4347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SA、DT、PPO、MAPPO 的 full workflow 完成率同为 0.958333。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5154AB-DFDF-4DA5-A02A-8626A059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E946B2-07F4-4B96-9B12-29D90EE43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44 / 55</a:t>
            </a:r>
          </a:p>
        </p:txBody>
      </p:sp>
    </p:spTree>
    <p:extLst>
      <p:ext uri="{BB962C8B-B14F-4D97-AF65-F5344CB8AC3E}">
        <p14:creationId xmlns:p14="http://schemas.microsoft.com/office/powerpoint/2010/main" val="1805140570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073B8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B5B8A7-FE47-411C-8DF8-72C9178F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6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第六部分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443CAD-CCBC-4B6A-8A03-6B916977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结论边界与下一步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9F9E24-9AFD-4D18-A32C-F06F947C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03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9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227E14-96FE-448A-95C9-7F0264E2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042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哪些结论已经可以稳妥表达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3F639E-206A-47F9-99F8-65F3CF43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哪些仍然 UNVERIFIED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1BF989-51D2-4AF7-A15B-FAFF488F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910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以可证伪实验推进论文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27EE05-A7FB-4DA2-BEAA-BFED4395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3118A2-4641-4BFB-BE74-669E40D59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45 / 55</a:t>
            </a:r>
          </a:p>
        </p:txBody>
      </p:sp>
    </p:spTree>
    <p:extLst>
      <p:ext uri="{BB962C8B-B14F-4D97-AF65-F5344CB8AC3E}">
        <p14:creationId xmlns:p14="http://schemas.microsoft.com/office/powerpoint/2010/main" val="1793263249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073B8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90F2B-16AF-40A2-AC02-CED874E2F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证据账本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5D024D-D63F-4222-99E9-1B86B6201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当前可说与不可说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1D3CA7-7D7A-426E-BEC9-FF17DB87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9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F19367-1D5A-48AB-96E8-4569ED703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962150"/>
            <a:ext cx="504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可说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826E05-183B-4A7C-8341-ED1DB607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6215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仍待证明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073DEF-7483-4153-8481-C57B3959F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724150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typed 依赖与状态抽象已实现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FFBDB0-9BF4-41D1-BB28-24E60EE3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438525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共享顺序在有界账本中影响传输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04F70D-05E5-4CCB-86BF-5047677B0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152900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两节点技术后缀恢复保真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33F0B1-1827-48E8-BE61-CC395934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867275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开发结果暴露更新和统计问题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A09693-7BEA-41B5-970D-A8815DC4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24150"/>
            <a:ext cx="4876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真实跨 RSU 净收益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CF8ABB-083B-46E0-BC63-9BDA2531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38525"/>
            <a:ext cx="4876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sharing × migration 因果交互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B7448F-4035-466A-9798-976C82BA2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52900"/>
            <a:ext cx="4876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SA 控制器超过公平强基线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F4E4FC-575E-48D8-8E61-83229C3DC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867275"/>
            <a:ext cx="4876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独立泛化与投稿就绪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1B2C1C-09B6-478E-8E4C-09DAD545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6FAEA2-B496-487D-98A6-02A1118F0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46 / 55</a:t>
            </a:r>
          </a:p>
        </p:txBody>
      </p:sp>
    </p:spTree>
    <p:extLst>
      <p:ext uri="{BB962C8B-B14F-4D97-AF65-F5344CB8AC3E}">
        <p14:creationId xmlns:p14="http://schemas.microsoft.com/office/powerpoint/2010/main" val="1438438824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073B8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5F537B-DD57-40A7-83F8-097FBA742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主要限制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594388-6F23-4755-B42B-FA503574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当前证据尚未闭合的四条链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578A72-28CE-486E-8D03-29C522D67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9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55A5FE-2674-4BB6-AA21-97AA4132A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4F37FC-118A-4116-8827-C8474D03D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1452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工作负载：AI 标签与模型兼容仍缺真实联合校准。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1112DF-9C42-419F-AB83-B762284AB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622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4F2409-B77A-43B1-9DB8-5352E504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2417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系统：action 4 未接入真实状态 export/import 与无线传输。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F3F9C7-338F-4F1F-9CD4-2DB58AA6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719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78AB90-4515-4901-A92C-E2912E4B4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3382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方法：三头 behavior/update 一致性和公平重训待完成。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48F10D-35E6-4E40-9A2C-217ECF01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815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387276-DDED-49E2-9593-69FD3DCD5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4347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统计：需新独立原始区间、预注册 endpoint 与可审计命令。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1B1405-D8EE-4E88-8A17-B1D91140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7334F6-E2A9-46A1-B94C-19DE2CF3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47 / 55</a:t>
            </a:r>
          </a:p>
        </p:txBody>
      </p:sp>
    </p:spTree>
    <p:extLst>
      <p:ext uri="{BB962C8B-B14F-4D97-AF65-F5344CB8AC3E}">
        <p14:creationId xmlns:p14="http://schemas.microsoft.com/office/powerpoint/2010/main" val="305101914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073B8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992E44-E863-4498-A8F6-D153C6A3B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928D22-6F46-48FE-B581-C79C446A0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最近的一步：先闭合 action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1FF88E-708C-4849-8949-DF312A46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9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03840F-B796-4163-B0E0-9B55762D0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5A20AC-4662-4E6A-97EA-B58A4F0F5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1452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以显式 opt-in 把已验证 state package 接入 action 4 producer/consumer。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CDC3CA-0563-46D1-B935-CD49AD4E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622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0CFEA3-E511-480C-9DA9-A276B73B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2417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冻结新的两节点技术实例，比较当前规则与最小局部规则。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F69872-1320-4F83-B9E7-57E4E78AC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719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4280E1-5B4A-49F5-AABC-1215835B0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3382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同时量真实状态字节、网络路径、完成量、失败与重跑成本。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D0C9A7-6DB1-4D19-BB26-2A11D678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815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D756C4-CF08-432E-A920-CB66A39A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4347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若跨不过预定盈亏边界，停止算法扩展。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CCC54C-6720-439C-8C2C-A7DF38E5D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34EC63-72D7-40C6-B804-A0B7C37B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48 / 55</a:t>
            </a:r>
          </a:p>
        </p:txBody>
      </p:sp>
    </p:spTree>
    <p:extLst>
      <p:ext uri="{BB962C8B-B14F-4D97-AF65-F5344CB8AC3E}">
        <p14:creationId xmlns:p14="http://schemas.microsoft.com/office/powerpoint/2010/main" val="1463257888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073B8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F9A279-32E2-4677-92E4-80242B23B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后续路线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7E7D2E-7780-4E03-BC2F-593053710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满足前置条件后再做机制与算法验证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496427-69C7-47B9-8C82-5C078F5C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9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A78508-A122-477C-9CD4-8F0AFEB4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A2A548-5A2F-402E-9B6B-E4926017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1452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修复窗口身份与重叠，冻结未消费且机制机会充足的原始区间。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7510FD-8086-423A-8A4C-86AAB2D35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622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A21437-DF5F-4EFA-8BEE-09DA3EFD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2417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共享 × 状态迁移 2×2，比较固定规则与分别训练的匹配控制器。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AD2950-9707-4101-A15D-6E3046FBF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719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484A21-EEE7-4963-B670-F9E2C7D5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3382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若机制成立，再做 SA、PPO、DT、两步规则的同条件重训。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E4274B-9DC6-49FB-84FA-0602A4FC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815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BF37CE-6066-4C76-92C6-2F313A37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4347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完整报告所有业务指标、负结果、计算成本与 provenance。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F175F8-08DA-45A1-8338-463B9713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52C78E-0A5D-471E-AE4D-3EF98988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49 / 55</a:t>
            </a:r>
          </a:p>
        </p:txBody>
      </p:sp>
    </p:spTree>
    <p:extLst>
      <p:ext uri="{BB962C8B-B14F-4D97-AF65-F5344CB8AC3E}">
        <p14:creationId xmlns:p14="http://schemas.microsoft.com/office/powerpoint/2010/main" val="630640064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073B8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7A1FC8-E1A5-4504-8154-D918497FA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57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结语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35E487-FF21-4EA0-8649-B70C93708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论文价值取决于机制兑现与公平对照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5CB031-B697-41E3-93B4-52C0FF899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194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9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52B39D-EF48-4F69-A9AB-C71A90A21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先证明目标端究竟需要什么。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9A36F0-AF30-41C7-9863-82978CFDE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再证明准备何时值得。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2613C4-E3F5-49BC-B343-0191C7B0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最后证明复杂控制是否带来额外收益。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81AA16-C16D-48BD-8269-0DF8EB815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471220-297C-45A8-9182-E5F499D8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50 / 55</a:t>
            </a:r>
          </a:p>
        </p:txBody>
      </p:sp>
    </p:spTree>
    <p:extLst>
      <p:ext uri="{BB962C8B-B14F-4D97-AF65-F5344CB8AC3E}">
        <p14:creationId xmlns:p14="http://schemas.microsoft.com/office/powerpoint/2010/main" val="1568756061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073B8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79042D-AD06-4FF8-899A-DE07DCA11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6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附录 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40624E-BC61-4FD0-ADCA-78C247CC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参考文献与证据索引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075D7A-4AB7-4AF7-9BA0-D0A5EB42B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03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9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AE4BC4-93B4-49E0-A1E1-E13AB58A7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042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最近邻论文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DAAAA8-7C9A-404C-A2FC-E42E44291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项目原始证据目录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73E6E7-EA33-48EF-B1B2-06E601446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910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报告中的单位与口径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990F16-1BBE-4F1C-A86B-A94E6F47D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A71057-878E-4768-AA74-248B077B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51 / 55</a:t>
            </a:r>
          </a:p>
        </p:txBody>
      </p:sp>
    </p:spTree>
    <p:extLst>
      <p:ext uri="{BB962C8B-B14F-4D97-AF65-F5344CB8AC3E}">
        <p14:creationId xmlns:p14="http://schemas.microsoft.com/office/powerpoint/2010/main" val="870628503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073B8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24CD58-87DC-4F04-B8A6-60280C326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文献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BCDACE-05C3-48DA-8E6C-C7ABB22A9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研究最近邻与方法参照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E1263A-F5C6-472B-ABFF-D685B7BA0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9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59A633-5FE4-4756-9B30-9BB279905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C519E4-897A-41AC-8EBE-D19D7F7BE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1452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TMC 2025：Dual Dependency-Aware Collaborative Service Caching and Task Offloading。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F239E7-A2DB-4F67-8DD4-40498433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622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99B45B-EF59-41AB-BA98-E852D348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2417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MLSys 2024：SLoRA 与 Punica，支撑共享 base / 多 adapter 对象模型。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9D463E-1643-4D86-99FB-B7AF8BC25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719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779827-12D6-4589-8875-8E182246D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3382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TVT 2026：mobility-aware migration；FGCS 2026：edge agentic workflow offloading。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B5826E-D9B5-4619-881B-40226C169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815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418A04-26C6-4A19-98A3-09F20CCE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4347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NeurIPS 2019/2022：RUDDER 与 cooperative PPO 强基线。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850FB8-D528-4DE5-AA07-A04A4BF2E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4A9C4D-5B97-4F2D-A684-11BC8F494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52 / 55</a:t>
            </a:r>
          </a:p>
        </p:txBody>
      </p:sp>
    </p:spTree>
    <p:extLst>
      <p:ext uri="{BB962C8B-B14F-4D97-AF65-F5344CB8AC3E}">
        <p14:creationId xmlns:p14="http://schemas.microsoft.com/office/powerpoint/2010/main" val="1399235193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073B8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E58815-DF29-4B8C-A05D-57CA76DD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artifact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AADB20-D9A4-4AD1-B8A0-C0F84333F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结果应回到原始产物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160F9C-76E2-49CB-939A-A9B989B1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9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363E34-58E9-43DE-A8BA-E4662E0B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67EA93-098F-4F0A-9A00-41FBCA46F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1452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开发矩阵：research_problem_evidence_20260928 / failure_inclusive_cost_audit.json。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007CAF-15A6-4A87-8B79-716DEAB6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622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A09F06-03A2-488C-9CA3-305C7639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2417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机制 A/C：mechanism_evidence_closure_20261005_v1。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B1D5FD-F9A0-4AE7-B312-2B1132A09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719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BB1BF4-CC62-40FD-B11B-9C009C8F1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3382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机制 B：two_node_workflow_reexecution_comparison_20261005_v1。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B27A09-F29C-450A-8746-623B793AB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815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AA3947-6327-4EAF-98BB-32515B3A3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4347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formal / v70：分别使用独立审计文件与各自原始结果。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AC3408-7172-4EF7-BE60-A2831DEC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E19CDA-FD90-486D-BCFE-5E432C4CD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53 / 55</a:t>
            </a:r>
          </a:p>
        </p:txBody>
      </p:sp>
    </p:spTree>
    <p:extLst>
      <p:ext uri="{BB962C8B-B14F-4D97-AF65-F5344CB8AC3E}">
        <p14:creationId xmlns:p14="http://schemas.microsoft.com/office/powerpoint/2010/main" val="1378725988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073B8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B4423D-89FF-4C53-8D84-D49FCDF0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口径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722852-6B35-45EB-9CA1-D6687512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单位、分母与缺失值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B6366D-BE37-4F92-9836-D794F9DC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9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CE9C96-5B80-4DC1-96A5-F4C9F5046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962150"/>
            <a:ext cx="504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成本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4279D1-3D61-49B6-B4BF-487863A2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6215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统计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923C15-246B-45D0-8784-043C3D78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724150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MB 与 MiB 不互换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E15AAC-3B1B-4E61-AD73-F2FA431A4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438525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传输包括失败尝试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06DCC3-CB72-4E3C-8D28-D3BDA41C3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152900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状态包字节与模型目录分开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0E0632-5D98-4F8D-90D6-D33236EE4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867275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分析时间不是网络实测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0DB63B-DF37-47DA-9CAC-C91AA5E1A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24150"/>
            <a:ext cx="4876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workflow completion 优先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EFE1CF-9D75-45D5-BAB6-29F1FC87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38525"/>
            <a:ext cx="4876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条件延迟带覆盖率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155819-9EC4-4EED-A617-8739BF0C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52900"/>
            <a:ext cx="4876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原始区间是外层单位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9D68BB-A5E9-42B9-BF1D-9BD1398E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867275"/>
            <a:ext cx="4876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缺失结果不补零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123E2D-326F-4B58-8FDD-9C0A9CAC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0F057D-3D99-421A-BD43-BB8F40A7E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54 / 55</a:t>
            </a:r>
          </a:p>
        </p:txBody>
      </p:sp>
    </p:spTree>
    <p:extLst>
      <p:ext uri="{BB962C8B-B14F-4D97-AF65-F5344CB8AC3E}">
        <p14:creationId xmlns:p14="http://schemas.microsoft.com/office/powerpoint/2010/main" val="858720612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073B8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8604DC-F6D6-40FC-AB6F-B4E0EE010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审查元数据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936CE7-035A-4D86-8460-8F7A3F9E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本报告引用的既有证据层级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3DA6AB-E5D8-45BA-9DA9-7122E144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9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4F2C50-7866-42C1-915F-1607F4A9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406136-2B28-4D73-94FF-E4A03378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1452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机制闭环：2026-10-05，E2 bounded native + technical workflow，非 formal。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943942-3669-4937-AA0A-4B69CBFF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622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30922C-6FDF-4283-AB7D-35571DE4B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2417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v70 强基线审计：2026-10-09，E1+ raw partial，confirmatory claim UNVERIFIED。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2595EB-293A-44BE-8BCA-72F2D51EC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719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738809-536F-4C42-97F7-5DE31F54F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3382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formal-only 审计：2026-09-21，缺独立 holdout 与全包复核，paper-ready Unverifiable。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20670E-22AE-4BE2-831B-5CEBBE45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815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8E9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D8A79C-517F-4DCD-BDDE-5133B9C7F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4347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论文工作稿：2026-09-28，尚非投稿稿。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4A3769-0084-4FD5-84A2-0426E221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PPO_MEC   ·   研究汇报 / 工作稿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EB65A8-F94E-4F08-B48F-D71B322D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86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55 / 55</a:t>
            </a:r>
          </a:p>
        </p:txBody>
      </p:sp>
    </p:spTree>
    <p:extLst>
      <p:ext uri="{BB962C8B-B14F-4D97-AF65-F5344CB8AC3E}">
        <p14:creationId xmlns:p14="http://schemas.microsoft.com/office/powerpoint/2010/main" val="9680114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2026-10-10T08:26:34.3310000Z</dcterms:created>
  <dcterms:modified xsi:type="dcterms:W3CDTF">2026-10-10T08:26:34.3310000Z</dcterms:modified>
</coreProperties>
</file>