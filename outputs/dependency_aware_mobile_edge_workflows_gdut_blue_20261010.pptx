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2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3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4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5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slides/charts/chart6.xml" ContentType="application/vnd.openxmlformats-officedocument.drawingml.chart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990900af94ac2" /><Relationship Type="http://schemas.openxmlformats.org/officeDocument/2006/relationships/extended-properties" Target="/docProps/app.xml" Id="R01717bc7f63945c8" /><Relationship Type="http://schemas.openxmlformats.org/officeDocument/2006/relationships/officeDocument" Target="/ppt/presentation.xml" Id="R8549bee1bfd2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636de256c49db"/>
  </p:sldMasterIdLst>
  <p:notesMasterIdLst>
    <p:notesMasterId xmlns:r="http://schemas.openxmlformats.org/officeDocument/2006/relationships" r:id="R90b4fed0cf0a44c6"/>
  </p:notesMasterIdLst>
  <p:sldIdLst>
    <p:sldId xmlns:r="http://schemas.openxmlformats.org/officeDocument/2006/relationships" id="256" r:id="R08a0706494fa4c0c"/>
    <p:sldId xmlns:r="http://schemas.openxmlformats.org/officeDocument/2006/relationships" id="257" r:id="R286694eae004441b"/>
    <p:sldId xmlns:r="http://schemas.openxmlformats.org/officeDocument/2006/relationships" id="258" r:id="R794e7bda4c794fbd"/>
    <p:sldId xmlns:r="http://schemas.openxmlformats.org/officeDocument/2006/relationships" id="259" r:id="R8386bc2dba4548e8"/>
    <p:sldId xmlns:r="http://schemas.openxmlformats.org/officeDocument/2006/relationships" id="260" r:id="R52cc1505f46f4a05"/>
    <p:sldId xmlns:r="http://schemas.openxmlformats.org/officeDocument/2006/relationships" id="261" r:id="Rbf36f17ff9784a69"/>
    <p:sldId xmlns:r="http://schemas.openxmlformats.org/officeDocument/2006/relationships" id="262" r:id="R447b6d9ac5654abc"/>
    <p:sldId xmlns:r="http://schemas.openxmlformats.org/officeDocument/2006/relationships" id="263" r:id="R661451b4fedf4a80"/>
    <p:sldId xmlns:r="http://schemas.openxmlformats.org/officeDocument/2006/relationships" id="264" r:id="R195e5668ac394fa9"/>
    <p:sldId xmlns:r="http://schemas.openxmlformats.org/officeDocument/2006/relationships" id="265" r:id="Ra413b475690543aa"/>
    <p:sldId xmlns:r="http://schemas.openxmlformats.org/officeDocument/2006/relationships" id="266" r:id="Rcecc5cd0a0e948d0"/>
    <p:sldId xmlns:r="http://schemas.openxmlformats.org/officeDocument/2006/relationships" id="267" r:id="Re095a07ec898470b"/>
    <p:sldId xmlns:r="http://schemas.openxmlformats.org/officeDocument/2006/relationships" id="268" r:id="R9cf1ce51361f4b4e"/>
    <p:sldId xmlns:r="http://schemas.openxmlformats.org/officeDocument/2006/relationships" id="269" r:id="R282fcf608f4e486e"/>
    <p:sldId xmlns:r="http://schemas.openxmlformats.org/officeDocument/2006/relationships" id="270" r:id="R8330c630b60147b0"/>
    <p:sldId xmlns:r="http://schemas.openxmlformats.org/officeDocument/2006/relationships" id="271" r:id="R928bb28445ca47a0"/>
    <p:sldId xmlns:r="http://schemas.openxmlformats.org/officeDocument/2006/relationships" id="272" r:id="R71219d0c1f824b4d"/>
    <p:sldId xmlns:r="http://schemas.openxmlformats.org/officeDocument/2006/relationships" id="273" r:id="Rc7a813ac2d874a3a"/>
    <p:sldId xmlns:r="http://schemas.openxmlformats.org/officeDocument/2006/relationships" id="274" r:id="R9cce44c328684e2a"/>
    <p:sldId xmlns:r="http://schemas.openxmlformats.org/officeDocument/2006/relationships" id="275" r:id="R9bc523696b794035"/>
    <p:sldId xmlns:r="http://schemas.openxmlformats.org/officeDocument/2006/relationships" id="276" r:id="Rbcfa5b6caff14663"/>
    <p:sldId xmlns:r="http://schemas.openxmlformats.org/officeDocument/2006/relationships" id="277" r:id="Rb5e4a105ea6246e4"/>
    <p:sldId xmlns:r="http://schemas.openxmlformats.org/officeDocument/2006/relationships" id="278" r:id="R232bfe4e95b543da"/>
    <p:sldId xmlns:r="http://schemas.openxmlformats.org/officeDocument/2006/relationships" id="279" r:id="R65cc1fe3e5be4786"/>
    <p:sldId xmlns:r="http://schemas.openxmlformats.org/officeDocument/2006/relationships" id="280" r:id="Rad55c736717f4451"/>
    <p:sldId xmlns:r="http://schemas.openxmlformats.org/officeDocument/2006/relationships" id="281" r:id="R936a0aff8f524ac1"/>
    <p:sldId xmlns:r="http://schemas.openxmlformats.org/officeDocument/2006/relationships" id="282" r:id="Rd9cabb7d397144c7"/>
    <p:sldId xmlns:r="http://schemas.openxmlformats.org/officeDocument/2006/relationships" id="283" r:id="R1ff56632e9ca4446"/>
    <p:sldId xmlns:r="http://schemas.openxmlformats.org/officeDocument/2006/relationships" id="284" r:id="R5e8cb37f80fb4a10"/>
    <p:sldId xmlns:r="http://schemas.openxmlformats.org/officeDocument/2006/relationships" id="285" r:id="Rc56553282b8d4184"/>
    <p:sldId xmlns:r="http://schemas.openxmlformats.org/officeDocument/2006/relationships" id="286" r:id="R8afd2fa000084bd5"/>
    <p:sldId xmlns:r="http://schemas.openxmlformats.org/officeDocument/2006/relationships" id="287" r:id="Rdd0c9d6233584ff9"/>
    <p:sldId xmlns:r="http://schemas.openxmlformats.org/officeDocument/2006/relationships" id="288" r:id="Rb8987f2e637a472f"/>
    <p:sldId xmlns:r="http://schemas.openxmlformats.org/officeDocument/2006/relationships" id="289" r:id="R4c83ffb3aea042c2"/>
    <p:sldId xmlns:r="http://schemas.openxmlformats.org/officeDocument/2006/relationships" id="290" r:id="R79d1a81fc4be47fd"/>
    <p:sldId xmlns:r="http://schemas.openxmlformats.org/officeDocument/2006/relationships" id="291" r:id="Raa2c86e88dfe428d"/>
    <p:sldId xmlns:r="http://schemas.openxmlformats.org/officeDocument/2006/relationships" id="292" r:id="R02b67288f3b74462"/>
    <p:sldId xmlns:r="http://schemas.openxmlformats.org/officeDocument/2006/relationships" id="293" r:id="Re6416dcf03c048b7"/>
    <p:sldId xmlns:r="http://schemas.openxmlformats.org/officeDocument/2006/relationships" id="294" r:id="R8361ec5e3c2d4988"/>
    <p:sldId xmlns:r="http://schemas.openxmlformats.org/officeDocument/2006/relationships" id="295" r:id="R9062d774d871490d"/>
    <p:sldId xmlns:r="http://schemas.openxmlformats.org/officeDocument/2006/relationships" id="296" r:id="Rb316fa3cfa814ca2"/>
    <p:sldId xmlns:r="http://schemas.openxmlformats.org/officeDocument/2006/relationships" id="297" r:id="R199bcbbbad7e4090"/>
    <p:sldId xmlns:r="http://schemas.openxmlformats.org/officeDocument/2006/relationships" id="298" r:id="R24762dc597c24ffa"/>
    <p:sldId xmlns:r="http://schemas.openxmlformats.org/officeDocument/2006/relationships" id="299" r:id="R3e1e1e10d7804e83"/>
    <p:sldId xmlns:r="http://schemas.openxmlformats.org/officeDocument/2006/relationships" id="300" r:id="R7b06617e1fb7479e"/>
    <p:sldId xmlns:r="http://schemas.openxmlformats.org/officeDocument/2006/relationships" id="301" r:id="R353ee4685cea4d4b"/>
    <p:sldId xmlns:r="http://schemas.openxmlformats.org/officeDocument/2006/relationships" id="302" r:id="R75b5eb51b6fe4e19"/>
    <p:sldId xmlns:r="http://schemas.openxmlformats.org/officeDocument/2006/relationships" id="303" r:id="Rfa92ee8042e34b97"/>
    <p:sldId xmlns:r="http://schemas.openxmlformats.org/officeDocument/2006/relationships" id="304" r:id="R059f85e4afb14dd6"/>
    <p:sldId xmlns:r="http://schemas.openxmlformats.org/officeDocument/2006/relationships" id="305" r:id="R4847097fe46d4d4c"/>
    <p:sldId xmlns:r="http://schemas.openxmlformats.org/officeDocument/2006/relationships" id="306" r:id="Rff3b41aadc1745d1"/>
    <p:sldId xmlns:r="http://schemas.openxmlformats.org/officeDocument/2006/relationships" id="307" r:id="R0eb20c2cc8e6462c"/>
    <p:sldId xmlns:r="http://schemas.openxmlformats.org/officeDocument/2006/relationships" id="308" r:id="R90e63e5dada24bd3"/>
    <p:sldId xmlns:r="http://schemas.openxmlformats.org/officeDocument/2006/relationships" id="309" r:id="Ra34fc7ef21464f84"/>
    <p:sldId xmlns:r="http://schemas.openxmlformats.org/officeDocument/2006/relationships" id="310" r:id="R908573864da74b61"/>
    <p:sldId xmlns:r="http://schemas.openxmlformats.org/officeDocument/2006/relationships" id="311" r:id="R3579f5c61aca488c"/>
    <p:sldId xmlns:r="http://schemas.openxmlformats.org/officeDocument/2006/relationships" id="312" r:id="Rfd47a6869f5c4864"/>
    <p:sldId xmlns:r="http://schemas.openxmlformats.org/officeDocument/2006/relationships" id="313" r:id="R0efed2afda7c46e7"/>
    <p:sldId xmlns:r="http://schemas.openxmlformats.org/officeDocument/2006/relationships" id="314" r:id="R5d7ea5a1adea4937"/>
    <p:sldId xmlns:r="http://schemas.openxmlformats.org/officeDocument/2006/relationships" id="315" r:id="Ra62cd4217db24e27"/>
    <p:sldId xmlns:r="http://schemas.openxmlformats.org/officeDocument/2006/relationships" id="316" r:id="Reed2241fc1e44846"/>
    <p:sldId xmlns:r="http://schemas.openxmlformats.org/officeDocument/2006/relationships" id="317" r:id="R0828a29690b9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40b3cfddfc4e84" /><Relationship Type="http://schemas.openxmlformats.org/officeDocument/2006/relationships/slideMaster" Target="/ppt/slideMasters/slideMaster1.xml" Id="Rcb0636de256c49db" /><Relationship Type="http://schemas.openxmlformats.org/officeDocument/2006/relationships/notesMaster" Target="/ppt/notesMasters/notesMaster1.xml" Id="R90b4fed0cf0a44c6" /><Relationship Type="http://schemas.openxmlformats.org/officeDocument/2006/relationships/presProps" Target="/ppt/presProps.xml" Id="Rbd69670f9f7c4759" /><Relationship Type="http://schemas.openxmlformats.org/officeDocument/2006/relationships/tableStyles" Target="/ppt/tableStyles.xml" Id="R91b6d50b1ad14946" /><Relationship Type="http://schemas.openxmlformats.org/officeDocument/2006/relationships/slide" Target="/ppt/slides/slide1.xml" Id="R08a0706494fa4c0c" /><Relationship Type="http://schemas.openxmlformats.org/officeDocument/2006/relationships/slide" Target="/ppt/slides/slide2.xml" Id="R286694eae004441b" /><Relationship Type="http://schemas.openxmlformats.org/officeDocument/2006/relationships/slide" Target="/ppt/slides/slide3.xml" Id="R794e7bda4c794fbd" /><Relationship Type="http://schemas.openxmlformats.org/officeDocument/2006/relationships/slide" Target="/ppt/slides/slide4.xml" Id="R8386bc2dba4548e8" /><Relationship Type="http://schemas.openxmlformats.org/officeDocument/2006/relationships/slide" Target="/ppt/slides/slide5.xml" Id="R52cc1505f46f4a05" /><Relationship Type="http://schemas.openxmlformats.org/officeDocument/2006/relationships/slide" Target="/ppt/slides/slide6.xml" Id="Rbf36f17ff9784a69" /><Relationship Type="http://schemas.openxmlformats.org/officeDocument/2006/relationships/slide" Target="/ppt/slides/slide7.xml" Id="R447b6d9ac5654abc" /><Relationship Type="http://schemas.openxmlformats.org/officeDocument/2006/relationships/slide" Target="/ppt/slides/slide8.xml" Id="R661451b4fedf4a80" /><Relationship Type="http://schemas.openxmlformats.org/officeDocument/2006/relationships/slide" Target="/ppt/slides/slide9.xml" Id="R195e5668ac394fa9" /><Relationship Type="http://schemas.openxmlformats.org/officeDocument/2006/relationships/slide" Target="/ppt/slides/slide10.xml" Id="Ra413b475690543aa" /><Relationship Type="http://schemas.openxmlformats.org/officeDocument/2006/relationships/slide" Target="/ppt/slides/slide11.xml" Id="Rcecc5cd0a0e948d0" /><Relationship Type="http://schemas.openxmlformats.org/officeDocument/2006/relationships/slide" Target="/ppt/slides/slide12.xml" Id="Re095a07ec898470b" /><Relationship Type="http://schemas.openxmlformats.org/officeDocument/2006/relationships/slide" Target="/ppt/slides/slide13.xml" Id="R9cf1ce51361f4b4e" /><Relationship Type="http://schemas.openxmlformats.org/officeDocument/2006/relationships/slide" Target="/ppt/slides/slide14.xml" Id="R282fcf608f4e486e" /><Relationship Type="http://schemas.openxmlformats.org/officeDocument/2006/relationships/slide" Target="/ppt/slides/slide15.xml" Id="R8330c630b60147b0" /><Relationship Type="http://schemas.openxmlformats.org/officeDocument/2006/relationships/slide" Target="/ppt/slides/slide16.xml" Id="R928bb28445ca47a0" /><Relationship Type="http://schemas.openxmlformats.org/officeDocument/2006/relationships/slide" Target="/ppt/slides/slide17.xml" Id="R71219d0c1f824b4d" /><Relationship Type="http://schemas.openxmlformats.org/officeDocument/2006/relationships/slide" Target="/ppt/slides/slide18.xml" Id="Rc7a813ac2d874a3a" /><Relationship Type="http://schemas.openxmlformats.org/officeDocument/2006/relationships/slide" Target="/ppt/slides/slide19.xml" Id="R9cce44c328684e2a" /><Relationship Type="http://schemas.openxmlformats.org/officeDocument/2006/relationships/slide" Target="/ppt/slides/slide20.xml" Id="R9bc523696b794035" /><Relationship Type="http://schemas.openxmlformats.org/officeDocument/2006/relationships/slide" Target="/ppt/slides/slide21.xml" Id="Rbcfa5b6caff14663" /><Relationship Type="http://schemas.openxmlformats.org/officeDocument/2006/relationships/slide" Target="/ppt/slides/slide22.xml" Id="Rb5e4a105ea6246e4" /><Relationship Type="http://schemas.openxmlformats.org/officeDocument/2006/relationships/slide" Target="/ppt/slides/slide23.xml" Id="R232bfe4e95b543da" /><Relationship Type="http://schemas.openxmlformats.org/officeDocument/2006/relationships/slide" Target="/ppt/slides/slide24.xml" Id="R65cc1fe3e5be4786" /><Relationship Type="http://schemas.openxmlformats.org/officeDocument/2006/relationships/slide" Target="/ppt/slides/slide25.xml" Id="Rad55c736717f4451" /><Relationship Type="http://schemas.openxmlformats.org/officeDocument/2006/relationships/slide" Target="/ppt/slides/slide26.xml" Id="R936a0aff8f524ac1" /><Relationship Type="http://schemas.openxmlformats.org/officeDocument/2006/relationships/slide" Target="/ppt/slides/slide27.xml" Id="Rd9cabb7d397144c7" /><Relationship Type="http://schemas.openxmlformats.org/officeDocument/2006/relationships/slide" Target="/ppt/slides/slide28.xml" Id="R1ff56632e9ca4446" /><Relationship Type="http://schemas.openxmlformats.org/officeDocument/2006/relationships/slide" Target="/ppt/slides/slide29.xml" Id="R5e8cb37f80fb4a10" /><Relationship Type="http://schemas.openxmlformats.org/officeDocument/2006/relationships/slide" Target="/ppt/slides/slide30.xml" Id="Rc56553282b8d4184" /><Relationship Type="http://schemas.openxmlformats.org/officeDocument/2006/relationships/slide" Target="/ppt/slides/slide31.xml" Id="R8afd2fa000084bd5" /><Relationship Type="http://schemas.openxmlformats.org/officeDocument/2006/relationships/slide" Target="/ppt/slides/slide32.xml" Id="Rdd0c9d6233584ff9" /><Relationship Type="http://schemas.openxmlformats.org/officeDocument/2006/relationships/slide" Target="/ppt/slides/slide33.xml" Id="Rb8987f2e637a472f" /><Relationship Type="http://schemas.openxmlformats.org/officeDocument/2006/relationships/slide" Target="/ppt/slides/slide34.xml" Id="R4c83ffb3aea042c2" /><Relationship Type="http://schemas.openxmlformats.org/officeDocument/2006/relationships/slide" Target="/ppt/slides/slide35.xml" Id="R79d1a81fc4be47fd" /><Relationship Type="http://schemas.openxmlformats.org/officeDocument/2006/relationships/slide" Target="/ppt/slides/slide36.xml" Id="Raa2c86e88dfe428d" /><Relationship Type="http://schemas.openxmlformats.org/officeDocument/2006/relationships/slide" Target="/ppt/slides/slide37.xml" Id="R02b67288f3b74462" /><Relationship Type="http://schemas.openxmlformats.org/officeDocument/2006/relationships/slide" Target="/ppt/slides/slide38.xml" Id="Re6416dcf03c048b7" /><Relationship Type="http://schemas.openxmlformats.org/officeDocument/2006/relationships/slide" Target="/ppt/slides/slide39.xml" Id="R8361ec5e3c2d4988" /><Relationship Type="http://schemas.openxmlformats.org/officeDocument/2006/relationships/slide" Target="/ppt/slides/slide40.xml" Id="R9062d774d871490d" /><Relationship Type="http://schemas.openxmlformats.org/officeDocument/2006/relationships/slide" Target="/ppt/slides/slide41.xml" Id="Rb316fa3cfa814ca2" /><Relationship Type="http://schemas.openxmlformats.org/officeDocument/2006/relationships/slide" Target="/ppt/slides/slide42.xml" Id="R199bcbbbad7e4090" /><Relationship Type="http://schemas.openxmlformats.org/officeDocument/2006/relationships/slide" Target="/ppt/slides/slide43.xml" Id="R24762dc597c24ffa" /><Relationship Type="http://schemas.openxmlformats.org/officeDocument/2006/relationships/slide" Target="/ppt/slides/slide44.xml" Id="R3e1e1e10d7804e83" /><Relationship Type="http://schemas.openxmlformats.org/officeDocument/2006/relationships/slide" Target="/ppt/slides/slide45.xml" Id="R7b06617e1fb7479e" /><Relationship Type="http://schemas.openxmlformats.org/officeDocument/2006/relationships/slide" Target="/ppt/slides/slide46.xml" Id="R353ee4685cea4d4b" /><Relationship Type="http://schemas.openxmlformats.org/officeDocument/2006/relationships/slide" Target="/ppt/slides/slide47.xml" Id="R75b5eb51b6fe4e19" /><Relationship Type="http://schemas.openxmlformats.org/officeDocument/2006/relationships/slide" Target="/ppt/slides/slide48.xml" Id="Rfa92ee8042e34b97" /><Relationship Type="http://schemas.openxmlformats.org/officeDocument/2006/relationships/slide" Target="/ppt/slides/slide49.xml" Id="R059f85e4afb14dd6" /><Relationship Type="http://schemas.openxmlformats.org/officeDocument/2006/relationships/slide" Target="/ppt/slides/slide50.xml" Id="R4847097fe46d4d4c" /><Relationship Type="http://schemas.openxmlformats.org/officeDocument/2006/relationships/slide" Target="/ppt/slides/slide51.xml" Id="Rff3b41aadc1745d1" /><Relationship Type="http://schemas.openxmlformats.org/officeDocument/2006/relationships/slide" Target="/ppt/slides/slide52.xml" Id="R0eb20c2cc8e6462c" /><Relationship Type="http://schemas.openxmlformats.org/officeDocument/2006/relationships/slide" Target="/ppt/slides/slide53.xml" Id="R90e63e5dada24bd3" /><Relationship Type="http://schemas.openxmlformats.org/officeDocument/2006/relationships/slide" Target="/ppt/slides/slide54.xml" Id="Ra34fc7ef21464f84" /><Relationship Type="http://schemas.openxmlformats.org/officeDocument/2006/relationships/slide" Target="/ppt/slides/slide55.xml" Id="R908573864da74b61" /><Relationship Type="http://schemas.openxmlformats.org/officeDocument/2006/relationships/slide" Target="/ppt/slides/slide56.xml" Id="R3579f5c61aca488c" /><Relationship Type="http://schemas.openxmlformats.org/officeDocument/2006/relationships/slide" Target="/ppt/slides/slide57.xml" Id="Rfd47a6869f5c4864" /><Relationship Type="http://schemas.openxmlformats.org/officeDocument/2006/relationships/slide" Target="/ppt/slides/slide58.xml" Id="R0efed2afda7c46e7" /><Relationship Type="http://schemas.openxmlformats.org/officeDocument/2006/relationships/slide" Target="/ppt/slides/slide59.xml" Id="R5d7ea5a1adea4937" /><Relationship Type="http://schemas.openxmlformats.org/officeDocument/2006/relationships/slide" Target="/ppt/slides/slide60.xml" Id="Ra62cd4217db24e27" /><Relationship Type="http://schemas.openxmlformats.org/officeDocument/2006/relationships/slide" Target="/ppt/slides/slide61.xml" Id="Reed2241fc1e44846" /><Relationship Type="http://schemas.openxmlformats.org/officeDocument/2006/relationships/slide" Target="/ppt/slides/slide62.xml" Id="R0828a29690b9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fdaf6b34a48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aea84edeee467d" /><Relationship Type="http://schemas.openxmlformats.org/officeDocument/2006/relationships/notesMaster" Target="/ppt/notesMasters/notesMaster1.xml" Id="Rff3f36e0a80542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24a45e728147bb" /><Relationship Type="http://schemas.openxmlformats.org/officeDocument/2006/relationships/notesMaster" Target="/ppt/notesMasters/notesMaster1.xml" Id="Rcc2cd11615a34d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64032102db44bf" /><Relationship Type="http://schemas.openxmlformats.org/officeDocument/2006/relationships/notesMaster" Target="/ppt/notesMasters/notesMaster1.xml" Id="Rd346b732f6c548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906c9ed7eb41e9" /><Relationship Type="http://schemas.openxmlformats.org/officeDocument/2006/relationships/notesMaster" Target="/ppt/notesMasters/notesMaster1.xml" Id="R2f96a54d9fff49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beeb857e645f0" /><Relationship Type="http://schemas.openxmlformats.org/officeDocument/2006/relationships/notesMaster" Target="/ppt/notesMasters/notesMaster1.xml" Id="R24e25dd354ac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eae04dc71741bc" /><Relationship Type="http://schemas.openxmlformats.org/officeDocument/2006/relationships/notesMaster" Target="/ppt/notesMasters/notesMaster1.xml" Id="Rfa0cb1df617e4a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a8ade3430146d8" /><Relationship Type="http://schemas.openxmlformats.org/officeDocument/2006/relationships/notesMaster" Target="/ppt/notesMasters/notesMaster1.xml" Id="R8658bd5bdd364e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f37ec3a24479e" /><Relationship Type="http://schemas.openxmlformats.org/officeDocument/2006/relationships/notesMaster" Target="/ppt/notesMasters/notesMaster1.xml" Id="R3661f96eecd840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0de6a7d1c14ff9" /><Relationship Type="http://schemas.openxmlformats.org/officeDocument/2006/relationships/notesMaster" Target="/ppt/notesMasters/notesMaster1.xml" Id="R17f082a2297840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2043461ab04408" /><Relationship Type="http://schemas.openxmlformats.org/officeDocument/2006/relationships/notesMaster" Target="/ppt/notesMasters/notesMaster1.xml" Id="R1199692e94e240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932617649d4d80" /><Relationship Type="http://schemas.openxmlformats.org/officeDocument/2006/relationships/notesMaster" Target="/ppt/notesMasters/notesMaster1.xml" Id="R888df8d9b51b43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85222f6975425e" /><Relationship Type="http://schemas.openxmlformats.org/officeDocument/2006/relationships/notesMaster" Target="/ppt/notesMasters/notesMaster1.xml" Id="R27149fb3370440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8495688f734080" /><Relationship Type="http://schemas.openxmlformats.org/officeDocument/2006/relationships/notesMaster" Target="/ppt/notesMasters/notesMaster1.xml" Id="Rdc17811cf0954e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5b1834d4ae4c8e" /><Relationship Type="http://schemas.openxmlformats.org/officeDocument/2006/relationships/notesMaster" Target="/ppt/notesMasters/notesMaster1.xml" Id="R8eb27854ca254a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7b0ee2583b41a4" /><Relationship Type="http://schemas.openxmlformats.org/officeDocument/2006/relationships/notesMaster" Target="/ppt/notesMasters/notesMaster1.xml" Id="R9ac9c626d93843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102178b0c54d73" /><Relationship Type="http://schemas.openxmlformats.org/officeDocument/2006/relationships/notesMaster" Target="/ppt/notesMasters/notesMaster1.xml" Id="Rd682640ca2994f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732a84f0d841af" /><Relationship Type="http://schemas.openxmlformats.org/officeDocument/2006/relationships/notesMaster" Target="/ppt/notesMasters/notesMaster1.xml" Id="Rdedf4b80579241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144e90ae144792" /><Relationship Type="http://schemas.openxmlformats.org/officeDocument/2006/relationships/notesMaster" Target="/ppt/notesMasters/notesMaster1.xml" Id="R4e7bf1f7e4654b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d3b1044c8b48c2" /><Relationship Type="http://schemas.openxmlformats.org/officeDocument/2006/relationships/notesMaster" Target="/ppt/notesMasters/notesMaster1.xml" Id="R1aa473be02d443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96701c0300428a" /><Relationship Type="http://schemas.openxmlformats.org/officeDocument/2006/relationships/notesMaster" Target="/ppt/notesMasters/notesMaster1.xml" Id="R04e7122c88c64a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85ba9ecc814c55" /><Relationship Type="http://schemas.openxmlformats.org/officeDocument/2006/relationships/notesMaster" Target="/ppt/notesMasters/notesMaster1.xml" Id="R9a5e8ebcc19a45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1a6b34544442df" /><Relationship Type="http://schemas.openxmlformats.org/officeDocument/2006/relationships/notesMaster" Target="/ppt/notesMasters/notesMaster1.xml" Id="R6e299e64138749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dd45d363884b8e" /><Relationship Type="http://schemas.openxmlformats.org/officeDocument/2006/relationships/notesMaster" Target="/ppt/notesMasters/notesMaster1.xml" Id="R8225b9c365ae4b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68d0bf21e44905" /><Relationship Type="http://schemas.openxmlformats.org/officeDocument/2006/relationships/notesMaster" Target="/ppt/notesMasters/notesMaster1.xml" Id="R36c8ec7383c44cc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f5151512c445ba" /><Relationship Type="http://schemas.openxmlformats.org/officeDocument/2006/relationships/notesMaster" Target="/ppt/notesMasters/notesMaster1.xml" Id="R2a5da4808080436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ecee736fbc34275" /><Relationship Type="http://schemas.openxmlformats.org/officeDocument/2006/relationships/notesMaster" Target="/ppt/notesMasters/notesMaster1.xml" Id="R82543f85dac249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5b4f6e037342b3" /><Relationship Type="http://schemas.openxmlformats.org/officeDocument/2006/relationships/notesMaster" Target="/ppt/notesMasters/notesMaster1.xml" Id="R2a313d46524a4e9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b8e300c8b54a4d" /><Relationship Type="http://schemas.openxmlformats.org/officeDocument/2006/relationships/notesMaster" Target="/ppt/notesMasters/notesMaster1.xml" Id="R357ec1c0df004eb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03921bc85e4440" /><Relationship Type="http://schemas.openxmlformats.org/officeDocument/2006/relationships/notesMaster" Target="/ppt/notesMasters/notesMaster1.xml" Id="Rc4c0e128bab44a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32960f315be4038" /><Relationship Type="http://schemas.openxmlformats.org/officeDocument/2006/relationships/notesMaster" Target="/ppt/notesMasters/notesMaster1.xml" Id="Rc3e3873e47d84c3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3715ccf25d942ab" /><Relationship Type="http://schemas.openxmlformats.org/officeDocument/2006/relationships/notesMaster" Target="/ppt/notesMasters/notesMaster1.xml" Id="R56294803c0274f5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fd25a0efdae43cf" /><Relationship Type="http://schemas.openxmlformats.org/officeDocument/2006/relationships/notesMaster" Target="/ppt/notesMasters/notesMaster1.xml" Id="Rbcdcbfa81810460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336a05f0834bb1" /><Relationship Type="http://schemas.openxmlformats.org/officeDocument/2006/relationships/notesMaster" Target="/ppt/notesMasters/notesMaster1.xml" Id="Rec3dc822eb194cf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0ad0528474442d" /><Relationship Type="http://schemas.openxmlformats.org/officeDocument/2006/relationships/notesMaster" Target="/ppt/notesMasters/notesMaster1.xml" Id="R06bb8307bacd48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d48d513aa4e4f12" /><Relationship Type="http://schemas.openxmlformats.org/officeDocument/2006/relationships/notesMaster" Target="/ppt/notesMasters/notesMaster1.xml" Id="Re082e779e60846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511da5e483c461d" /><Relationship Type="http://schemas.openxmlformats.org/officeDocument/2006/relationships/notesMaster" Target="/ppt/notesMasters/notesMaster1.xml" Id="Rebda209c315e40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54d3c99a1704ef6" /><Relationship Type="http://schemas.openxmlformats.org/officeDocument/2006/relationships/notesMaster" Target="/ppt/notesMasters/notesMaster1.xml" Id="R894a2aba24984e3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3aff8d7e44d4755" /><Relationship Type="http://schemas.openxmlformats.org/officeDocument/2006/relationships/notesMaster" Target="/ppt/notesMasters/notesMaster1.xml" Id="R59f6f8bdef2f4e8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7e81b837bdf4f1d" /><Relationship Type="http://schemas.openxmlformats.org/officeDocument/2006/relationships/notesMaster" Target="/ppt/notesMasters/notesMaster1.xml" Id="R54721f3f8b684e0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6fbafc424b44dbe" /><Relationship Type="http://schemas.openxmlformats.org/officeDocument/2006/relationships/notesMaster" Target="/ppt/notesMasters/notesMaster1.xml" Id="R4c1d8a0c22ef470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8823705f3184342" /><Relationship Type="http://schemas.openxmlformats.org/officeDocument/2006/relationships/notesMaster" Target="/ppt/notesMasters/notesMaster1.xml" Id="R7db38c2e07b04a6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9ad3ff5a1d94b58" /><Relationship Type="http://schemas.openxmlformats.org/officeDocument/2006/relationships/notesMaster" Target="/ppt/notesMasters/notesMaster1.xml" Id="Rb923e4ec5a404d7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63f17e5fde047c6" /><Relationship Type="http://schemas.openxmlformats.org/officeDocument/2006/relationships/notesMaster" Target="/ppt/notesMasters/notesMaster1.xml" Id="R667ed6275a5d40c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7138ce7fd834721" /><Relationship Type="http://schemas.openxmlformats.org/officeDocument/2006/relationships/notesMaster" Target="/ppt/notesMasters/notesMaster1.xml" Id="R87270db87a5b43d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dce211f42a94d21" /><Relationship Type="http://schemas.openxmlformats.org/officeDocument/2006/relationships/notesMaster" Target="/ppt/notesMasters/notesMaster1.xml" Id="R82b5443eeb39443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e5ac5e9518042bb" /><Relationship Type="http://schemas.openxmlformats.org/officeDocument/2006/relationships/notesMaster" Target="/ppt/notesMasters/notesMaster1.xml" Id="R4f5092984aaa40b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bd0b0e1b5ec4c5d" /><Relationship Type="http://schemas.openxmlformats.org/officeDocument/2006/relationships/notesMaster" Target="/ppt/notesMasters/notesMaster1.xml" Id="R3aedc1e411f44eb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0714f5af14d4b72" /><Relationship Type="http://schemas.openxmlformats.org/officeDocument/2006/relationships/notesMaster" Target="/ppt/notesMasters/notesMaster1.xml" Id="Re2baeaada1624cb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f161d2ef5384a1c" /><Relationship Type="http://schemas.openxmlformats.org/officeDocument/2006/relationships/notesMaster" Target="/ppt/notesMasters/notesMaster1.xml" Id="R80883dc6a3ad42a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57c22a64cde4bf6" /><Relationship Type="http://schemas.openxmlformats.org/officeDocument/2006/relationships/notesMaster" Target="/ppt/notesMasters/notesMaster1.xml" Id="Rc387155e4ae1462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a1e7d7b54724ef7" /><Relationship Type="http://schemas.openxmlformats.org/officeDocument/2006/relationships/notesMaster" Target="/ppt/notesMasters/notesMaster1.xml" Id="R9ec982252acf4de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7c8891b33834cd4" /><Relationship Type="http://schemas.openxmlformats.org/officeDocument/2006/relationships/notesMaster" Target="/ppt/notesMasters/notesMaster1.xml" Id="R857906914c414b6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963339f155e4ecc" /><Relationship Type="http://schemas.openxmlformats.org/officeDocument/2006/relationships/notesMaster" Target="/ppt/notesMasters/notesMaster1.xml" Id="R618926f7b58b4d7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ea478846ebb4d96" /><Relationship Type="http://schemas.openxmlformats.org/officeDocument/2006/relationships/notesMaster" Target="/ppt/notesMasters/notesMaster1.xml" Id="R7d1b2a6880054b0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67eb14dde844568" /><Relationship Type="http://schemas.openxmlformats.org/officeDocument/2006/relationships/notesMaster" Target="/ppt/notesMasters/notesMaster1.xml" Id="Ra7f04e642855415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3e8bb6cda4845c0" /><Relationship Type="http://schemas.openxmlformats.org/officeDocument/2006/relationships/notesMaster" Target="/ppt/notesMasters/notesMaster1.xml" Id="Rd609208c567d420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8fb824dd87e44a6" /><Relationship Type="http://schemas.openxmlformats.org/officeDocument/2006/relationships/notesMaster" Target="/ppt/notesMasters/notesMaster1.xml" Id="Rae1612e012774f6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3c347ae3f60a43f5" /><Relationship Type="http://schemas.openxmlformats.org/officeDocument/2006/relationships/notesMaster" Target="/ppt/notesMasters/notesMaster1.xml" Id="R0e860cb6f0b3465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60e6b99207149ba" /><Relationship Type="http://schemas.openxmlformats.org/officeDocument/2006/relationships/notesMaster" Target="/ppt/notesMasters/notesMaster1.xml" Id="R4fe0e3271b504f3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71da401357d42a4" /><Relationship Type="http://schemas.openxmlformats.org/officeDocument/2006/relationships/notesMaster" Target="/ppt/notesMasters/notesMaster1.xml" Id="R7a2c943b1d41498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bd2c90321f74a58" /><Relationship Type="http://schemas.openxmlformats.org/officeDocument/2006/relationships/notesMaster" Target="/ppt/notesMasters/notesMaster1.xml" Id="Rbe7d357dd67d4c4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b4d19fbb1f14f32" /><Relationship Type="http://schemas.openxmlformats.org/officeDocument/2006/relationships/notesMaster" Target="/ppt/notesMasters/notesMaster1.xml" Id="R55ed4e42538e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页｜跨 RSU 移动工作流的 模型依赖与执行状态准备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本报告按论文工作稿组织。当前结论仅覆盖已审计的开发与有界机制诊断，不代表投稿就绪。配色参考用户指定的 2026-10-07 诺贝尔化学奖公布会蓝底白字投影风格。官方公布会页面：https://www.kva.se/evenemang/announcement-of-the-nobel-prize-in-chemistry-2026/。</a:t>
            </a:r>
          </a:p>
          <a:p xmlns:a="http://schemas.openxmlformats.org/drawingml/2006/main">
            <a:r>
              <a:t>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页｜从问题定义到可验证的结论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主线顺序与论文工作稿一致，但把最新机制诊断和审计边界单列。每组实证结果标明证据层级。来源：/Users/howen/Projects/PPO_MEC/docs/project/system_mechanism_manuscript_working_draft.md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页｜当前最稳妥的研究表述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这是定位而非论文摘要中的强贡献声明。系统论文的价值必须落到同完成量、同信息权限和独立窗口的可检验对照。来源：/Users/howen/Projects/PPO_MEC/docs/project/system_mechanism_manuscript_working_draft.md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页｜研究问题与文献位置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引导听众先理解研究问题，再介绍方法，避免直接以算法名开场。来源：/Users/howen/Projects/PPO_MEC/docs/project/system_mechanism_manuscript_working_draft.md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页｜跨 RSU 连续执行的三个条件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DAG 完成集合决定当前 eligible frontier。模型 ready 是服务路径中的必要条件，但不是工作流完成的充分条件。执行状态不等同于 LLM KV cache。来源：/Users/howen/Projects/PPO_MEC/docs/project/system_mechanism_manuscript_working_draft.md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页｜提前准备存在双向代价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这里的代价必须以可测量的存储、传输、等待和失败共同呈现。不能只把迁移抽象成 reward penalty。来源：/Users/howen/Projects/PPO_MEC/docs/project/system_mechanism_manuscript_working_draft.md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页｜三个可证伪的问题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Q3 以 Q1/Q2 的机制真实存在为前提。若局部规则能解释差距，不应直接上升到 RL 贡献。来源：/Users/howen/Projects/PPO_MEC/docs/project/system_mechanism_manuscript_working_draft.md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页｜已有研究覆盖了哪些部分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这些都是直接先行工作。不能声称 dependency awareness、adapter cache、PPO 或双时间尺度本身为本项目首创。文献出处及核验边界见工作稿 References 与问题文献追溯表。来源：/Users/howen/Projects/PPO_MEC/docs/project/system_mechanism_manuscript_working_draft.md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页｜需要检验的是交互，而非模块拼接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现阶段这三条均是候选论证，不是已证实的论文贡献。最近邻全文差异仍需继续核验，不能宣称绝对首创。来源：/Users/howen/Projects/PPO_MEC/docs/project/system_mechanism_manuscript_working_draft.md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页｜系统模型与资源语义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系统抽象与实际动作权限必须一致。来源：/Users/howen/Projects/PPO_MEC/docs/project/system_mechanism_manuscript_working_draft.md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页｜一个 workflow、多个驻留状态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完整系统还包含 mobility trace、模型目录、预测目的地与合法动作 mask。公式符号与工作稿第 3 节一致。来源：/Users/howen/Projects/PPO_MEC/docs/project/system_mechanism_manuscript_working_draft.md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页｜剩余工作流比当前节点更重要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不能把当前 cache hit 或 readiness 直接当作最终目标。若 horizon 只是观测时长，不应改称应用 deadline。来源：/Users/howen/Projects/PPO_MEC/docs/project/system_mechanism_manuscript_working_draft.md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页｜资源必须按类型与兼容性记账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state 是独立 typed resource，当前技术见证为显式文本状态包，不包含完整 runtime 或 KV/tensor state。来源：/Users/howen/Projects/PPO_MEC/docs/project/system_mechanism_manuscript_working_draft.md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页｜增量准备只计算目标端缺失对象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这是会计定义，不是新优化算法。non-sharing 对照需采用复制对象表示，且真实 resident set 和 transfer ledger 都随之改变。状态传输、backhaul、容量各有不同单位。来源：/Users/howen/Projects/PPO_MEC/docs/project/system_mechanism_manuscript_working_draft.md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页｜目标端准备的因果顺序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 G12 supervised predictor 在正式路径关闭，accepted causal snapshot 为 0；不得将预测收益回填到旧 formal 方法。来源：/Users/howen/Projects/PPO_MEC/docs/project/system_mechanism_manuscript_working_draft.md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页｜原型实际提供五种环境动作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五动作只控制准备时机和模式，不能任意选未来关键节点对象 bundle，也不能无约束地联合分配多个 RSU。合法动作由 mask 限制。action 4 目前只做 prepare/history，未调用验证过的状态 export/import。来源：/Users/howen/Projects/PPO_MEC/docs/project/system_mechanism_manuscript_working_draft.md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页｜不能给方法额外未来信息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若扩展到对象级联合决策或 vehicle/RSU-level MARL，应先冻结新 observation/action contract 并重做所有基线。来源：/Users/howen/Projects/PPO_MEC/docs/project/system_mechanism_manuscript_working_draft.md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页｜首要终点是工作流完成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当前尚未执行硬传输预算约束优化，不可称 constrained optimality。reward 只是辅助描述，不能代替业务终点。来源：/Users/howen/Projects/PPO_MEC/docs/project/system_mechanism_manuscript_working_draft.md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页｜控制器与正确性边界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这部分区分实现事实、数学错误诊断与尚未验证的修复方案。来源：/Users/howen/Projects/PPO_MEC/docs/project/system_mechanism_manuscript_working_draft.md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页｜控制器输入增加 28 个机制特征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不应在决策接口固定前宣称复杂度或最优性保证。来源：/Users/howen/Projects/PPO_MEC/docs/project/system_mechanism_manuscript_working_draft.md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页｜三头概率对应五个环境动作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公式来自工作稿第 4 节。该表达定义环境动作概率，不代表已经验证最终算法性能。来源：/Users/howen/Projects/PPO_MEC/docs/project/system_mechanism_manuscript_working_draft.md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页｜合法动作屏蔽后的行为分布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若使用 PPO，clip 应施加到环境动作的 old/new masked probability ratio。不能用独立 head ratio 的平均替代。来源：/Users/howen/Projects/PPO_MEC/docs/project/system_mechanism_manuscript_working_draft.md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页｜旧 head surrogate 与行为策略不一致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640 是完整受控数学切片的案例数。工作稿引用的审计 artifact 为 hierachical_credit_consistency_e0_20260928；此处不重做新实验。来源：/Users/howen/Projects/PPO_MEC/docs/project/system_mechanism_manuscript_working_draft.md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页｜正确性修复是实验前提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当前工作稿将 corrected update 写成规范，不报告修复后的性能。主工作树有受保护用户修改，制作本 PPT 不触碰这些代码。来源：/Users/howen/Projects/PPO_MEC/docs/project/system_mechanism_manuscript_working_draft.md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页｜实验设计与统计协议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实验设计部分均为 prospective，除非后续证据页明确标为已完成。来源：/Users/howen/Projects/PPO_MEC/docs/project/system_mechanism_manuscript_working_draft.md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页｜NGSIM 与 Alibaba 的融合含义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这是一种 trace-driven simulation，不是车辆实际运行所示 AI workflow 的联合实测数据。新车载 AI 工作负载资源仍在设计与校准阶段。来源：/Users/howen/Projects/PPO_MEC/docs/project/system_mechanism_manuscript_working_draft.md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页｜新工作负载数据仍处设计阶段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DriveLM demo 的 790 QA 关系字段不能直接提供执行 DAG 边。不能宣称新数据集已发布或真实联合分布已测得。来源：/Users/howen/Projects/PPO_MEC/docs/project/system_mechanism_manuscript_working_draft.md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页｜机制 2×2 必须先于策略晋级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joint gain 必须与独立、顺序、协同准备对照，不能仅凭两模块同时开启证明协同。机会窗口应在看候选性能前确定。来源：/Users/howen/Projects/PPO_MEC/docs/project/system_mechanism_manuscript_working_draft.md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29 页｜算法比较的最低公平条件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10/09 审计显示旧 v70 SA 与 PPO/DT 的 update count 16 对 12，且 best 与 latest 选择规则不同。因此旧比较不能作为同预算归因。来源：/Users/howen/Projects/PPO_MEC/docs/project/system_mechanism_manuscript_working_draft.md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30 页｜外层样本是原始时间区间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 ID 不等于独立性证据。若原始区间重叠，应分组或重选数据；不能把 48 个重叠窗口当 48 个独立 cluster。来源：/Users/howen/Projects/PPO_MEC/docs/project/system_mechanism_manuscript_working_draft.md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/Users/howen/Projects/PPO_MEC/docs/project/top_journal_review_policy.md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31 页｜已有证据与反例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所有证据分层汇报，不把不同方法/数据 lineage 的结果合并。来源：/Users/howen/Projects/PPO_MEC/docs/project/system_mechanism_manuscript_working_draft.md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32 页｜开发矩阵：workflow 完成率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 trained models、156 evaluation episodes、3 个原始 outer windows。learned arms 各 36 episodes，确定性 heuristic 12，不重复 seed 充样本。1,056 项源文件大小/hash 独立验证，数字由原始 episode 重聚合。仅 retrospective development diagnostics。来源：/Users/howen/Projects/PPO_MEC/docs/project/system_mechanism_manuscript_working_draft.md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33 页｜低总传输不等于更高效率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三训练 seed 的 SA 完成计数为 9、9、0，PPO 为 9、9、9。不能选择有利分母形成无条件效率 claim。来源：/Users/howen/Projects/PPO_MEC/docs/project/system_mechanism_manuscript_working_draft.md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34 页｜开发容量对照没有形成有效压力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这只描述工作稿中的开发矩阵，不与另一个 formal lineage 的 288/576/864 MB 混同。来源：/Users/howen/Projects/PPO_MEC/docs/project/system_mechanism_manuscript_working_draft.md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35 页｜共享缓存四配置：同为 72/72 成功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表格仅列 sequential_dependency_recompute_lru_v1 candidate。四臂均 72/72 请求成功、0 拒绝。等待和总时长来自 100 Mbps + 每成功请求 30 ms 的串行分析模型，不是网络或设备实测。来源：/Users/howen/Projects/PPO_MEC/docs/project/mechanism_evidence_closure_results_20261005.md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36 页｜顺序激活了共享 base 的收益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旧语义 sharing-on 成功 36/72、拒绝 36；sharing-off 成功 12/72、拒绝 60。A 无 handoff/state request，状态成本应标 not_applicable。来源：/Users/howen/Projects/PPO_MEC/docs/project/mechanism_evidence_closure_results_20261005.md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37 页｜四独立进程验证两节点后缀恢复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四个 PID 不同且串行。总 generate 6/6，没有科学重试。该实验是技术任务，任务语义正确性 unavailable；不能外推生产 action 4。来源：/Users/howen/Projects/PPO_MEC/docs/project/mechanism_evidence_closure_results_20261005.md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38 页｜单次同机时间与动态字节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时间是单次同机 CPU/float32 观察。恢复比重跑少 11.134 s child wall，主要来自省去 n0 推理。动态字节是目标端需获取的输入；模型已预存，实际网络传输为 0。source 序列化 0.000060 s，持久保存 0.000676 s；recovery 目标 hash 校验 0.408783 s、状态读取 0.002763 s、输入重建 0.002652 s、静态资源加载 1.173114 s、n1 推理 3.862783 s。来源：/Users/howen/Projects/PPO_MEC/docs/project/mechanism_evidence_closure_results_20261005.md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39 页｜恢复见证仍有明确外推边界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base/adapter 目录为 1,019,895,869/154,428,630 B；若目标端缺模型，两条中断路径都需额外 1,174,324,499 B。此处只做敏感性公式，不声称部署时延。来源：/Users/howen/Projects/PPO_MEC/docs/project/mechanism_evidence_closure_results_20261005.md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40 页｜12 个预冻结设计点比较三种规则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这些是 synthetic design points，不是独立现实样本。低状态成本 2,040 B 取技术见证；高成本 160 MiB 是压力点，不是 production 完整状态测量。来源：/Users/howen/Projects/PPO_MEC/docs/project/mechanism_evidence_closure_results_20261005.md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41 页｜完整枚举换来更少失败，也付出成本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 36 行 workflow completion 相同，短尾 2/2、长尾 3/3，deadline violation=0。因此是 failure 与 cost 的 Pareto 交换，不是统一算法优势。sharing 与容量在 12 格中没有改变结果，表示这些轴在该动作轨迹未激活。来源：/Users/howen/Projects/PPO_MEC/docs/project/mechanism_evidence_closure_results_20261005.md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42 页｜当前差距更像局部规则覆盖缺口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结论严格限定为本轮不晋级 RL；不是一般性否定强化学习。下一步应先检验最小局部 action-4 规则。来源：/Users/howen/Projects/PPO_MEC/docs/project/mechanism_evidence_closure_results_20261005.md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43 页｜formal 完整性不等于性能胜出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此处属于另一 typed-cache formal lineage，不能与前述开发矩阵合并。12 contradicted 是 transfer 候选不利 CI，不等于 12 项多重校正显著劣势。holdout 尚无可用性能。来源：/Users/howen/Projects/PPO_MEC/docs/project/g14a01_formal_results_independent_review_20260921.md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44 页｜奖励排名不能当作强基线证明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v70 是旧开发协议描述性观察。原 48-window CI 不具有独立窗口推断资格；full 48 个窗口仅形成 9 个互不重叠区间组。旧 SA reward 均值 32.385729 高于 DT 31.426667 和 PPO 27.301597，但无法推出服务完成、延迟和流量全面领先。来源：/Users/howen/Projects/PPO_MEC/docs/project/cscwd_2027_baseline_contribution_audit_20261009.md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45 页｜结论边界与下一步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结尾应给出可操作的下一步，而不是把未完成计划包装为论文贡献。来源：/Users/howen/Projects/PPO_MEC/docs/project/system_mechanism_manuscript_working_draft.md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46 页｜当前可说与不可说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 claim 边界，不是新审查 verdict。总体 paper-ready 依既有项目政策保持 Unverifiable。来源：/Users/howen/Projects/PPO_MEC/docs/project/system_mechanism_manuscript_working_draft.md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47 页｜当前证据尚未闭合的四条链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 adapter、状态任务正确性、容量绑定机会、迁移成本、训练与推理 compute 均需后续量化。来源：/Users/howen/Projects/PPO_MEC/docs/project/system_mechanism_manuscript_working_draft.md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48 页｜最近的一步：先闭合 action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10/05 机制报告明确建议暂不启动 RL。新实例不得复用 12 个已观察 design points；保持验证集与设计集分开。来源：/Users/howen/Projects/PPO_MEC/docs/project/mechanism_evidence_closure_results_20261005.md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49 页｜满足前置条件后再做机制与算法验证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这是一条门槛式研究路线，尚未执行。旧 holdout 无可用独立性能，不能重开已消费范围。来源：/Users/howen/Projects/PPO_MEC/docs/project/cscwd_2027_baseline_contribution_audit_20261009.md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50 页｜论文价值取决于机制兑现与公平对照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本报告中的所有正向数值均附有适用场景和证据限制。对外投稿前应重新冻结论文表述与独立实验。来源：/Users/howen/Projects/PPO_MEC/docs/project/system_mechanism_manuscript_working_draft.md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51 页｜参考文献与证据索引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附录供答辩检索，不作为主线讲解的必要页。来源：/Users/howen/Projects/PPO_MEC/docs/project/system_mechanism_manuscript_working_draft.md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52 页｜研究最近邻与方法参照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完整引用与 DOI/出版边界见工作稿 References。POLAR 为 2026 预印本，正式出版状态待核验。WfCommons 是工作流生成方法参照，不证明车载 AI 联合分布。来源：/Users/howen/Projects/PPO_MEC/docs/project/system_mechanism_manuscript_working_draft.md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53 页｜结果应回到原始产物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路径均位于仓库 artifacts/analysis 或 experiments；不同 lineage 不合并。报告中的旧 formal 与 v70 只用于提示证据边界。来源：/Users/howen/Projects/PPO_MEC/docs/project/system_mechanism_manuscript_working_draft.md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54 页｜单位、分母与缺失值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开发矩阵使用 MB；机制 A/B/C 使用 MiB 或 B。不能把名义 capacity 与有效 working set 混淆，也不能把无适用状态请求写成零状态成本。来源：/Users/howen/Projects/PPO_MEC/docs/project/system_mechanism_manuscript_working_draft.md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55 页｜本报告引用的既有证据层级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policy_version=tmc_review_policy_v3_20260621；目标 venue 以各审计文件为准，机制报告为 TMC，v70 审计为 CSCWD 2027。当前汇报制作 Git HEAD 应在生成时另行记录。来源：/Users/howen/Projects/PPO_MEC/docs/project/mechanism_evidence_closure_results_20261005.md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/Users/howen/Projects/PPO_MEC/docs/project/top_journal_review_policy.md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56 页｜奖励与算法细节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以下为论文方法汇报的技术细节。奖励来自当前环境实现；方法架构以 2026-07-16 报告为基线，当前实现中的额外可选机制不在本页外推为已验证贡献。来源：src/envs/core/vec_workflow_core_env.py；docs/project/sa_ghmappo_paper_method_report_20260716.md。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57 页｜每步环境奖励的可审计分解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公式对应 RewardBreakdown.total 的代码组合，符号为本报告简写。环境中机制探索激励在有预测 handoff 信号且采取机制动作时为 1.0；实际金额由事件条件决定。此 reward 是训练目标，不能代替 workflow completion 等业务终点。来源：src/envs/core/vec_workflow_core_env.py:416-577。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58 页｜奖励项和可观测事件逐一对应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图示为 RewardBreakdown 的事件映射。service reward 与节点完成、warm handoff、realized prepare 等相关；delay、cache miss、migration、constraint 为罚项。不同事件可同时发生，不能把各项解释为独立因果贡献。来源：src/envs/core/vec_workflow_core_env.py:416-577。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59 页｜旧 strict-full v8 训练奖励：5 seed，96 episode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 outputs/sa_ghmappo_reward_visuals_20260716/rl_reward_convergence_table.csv 中 SA-GHMAPPO 的 12-episode rolling mean，每隔 12 episode 取点。前 12 episode 均值 76.302，末 12 episode 80.659，最佳滚动均值 86.626 出现在 episode 20。仅为 dev-screen 训练诊断，不是独立泛化或算法优越性的证据。来源：docs/project/sa_ghmappo_reward_convergence_and_advantage_visuals_20260716.md；对应 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60 页｜SA-GHMAPPO 的计算图与动作接口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controller-level 三头策略共享 DAG-RSU-mobility encoder 和 centralized critic；slow/fast/event 表示决策语义，不表示每辆车或每个 RSU 独立 agent。环境动作维持 semantic_discrete_5，合法 mask 与行为/更新分布一致性是正确性前提。图为方法工作稿架构，非性能证据。来源：docs/project/sa_ghmappo_paper_method_report_20260716.md:89-290；docs/project/system_mechanism_manuscript_working_draft.md。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61 页｜一轮 rollout 到 PPO 更新的闭环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算法流程依据方法报告第 11 节：构造语义状态→共享编码→三头策略→动作 mask 与 guards→环境交互→return/advantage→逐头 clipped PPO、value 与机制辅助损失→更新。guards 是 feasibility 层，需与 learned core 分开归因；旧 head surrogate 与环境动作行为概率存在不一致反例。来源：docs/project/sa_ghmappo_paper_method_report_20260716.md:324-373；docs/project/system_mechanism_manuscript_working_draft.md。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62 页｜PPO 目标与机制信号的位置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这是方法报告第 8-10 节的核心形式，省略可选模仿及机制熵项以保持主图清晰；完整表达为 L_actor+c_v L_value−c_H H(pi)+c_aux L_aux+c_imit L_imit+c_mech L_mech−c_mech_H H_mech。ratio=exp(log pi_theta−log pi_old)。实际消融与一致性修复尚未构成性能结论。来源：docs/project/sa_ghmappo_paper_method_report_20260716.md:260-322。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d7c9e2fa84a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2e09e1b8449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cd77c138d4a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5af3b029a40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eb2d9184342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c086bf353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182F712-53BB-4900-AC7A-52585177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4E421A-AE09-42FD-82FF-881CD290D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6286FD3-F8B1-433C-B2AE-93D61A84CF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AF6D569-89D3-4AE3-BC55-1501AA4D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AFD5AE-22D4-468D-9BAD-9D8ABA9790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177F75-422C-4219-9A48-F6CFB33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F66AFE-905E-4A96-A2B1-8D176FA1C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E6BBC8A-9585-4E04-A903-B54DAEC9D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302F30-9E11-476A-92B7-6FD6B6B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546B14-915D-4F23-B14B-AC14AF3B9A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7590C7-2D01-4DC8-BB12-BD8D08E38E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4DF9B7-E615-4969-BC07-C7FFACCC6C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75E7AB8-AA52-467D-9EBE-B2B7930E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B66C83-77A6-44F3-B92D-C2BDDA406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0BB537-1EA1-42B9-9BA8-747107C5E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4b85f189e494d" /><Relationship Type="http://schemas.openxmlformats.org/officeDocument/2006/relationships/slideLayout" Target="/ppt/slideLayouts/slideLayout1.xml" Id="Rba8f5b50cfa24281" /><Relationship Type="http://schemas.openxmlformats.org/officeDocument/2006/relationships/slideLayout" Target="/ppt/slideLayouts/slideLayout2.xml" Id="R0ff82e6cccb44469" /><Relationship Type="http://schemas.openxmlformats.org/officeDocument/2006/relationships/slideLayout" Target="/ppt/slideLayouts/slideLayout3.xml" Id="Ra4f1f165cb6b433c" /><Relationship Type="http://schemas.openxmlformats.org/officeDocument/2006/relationships/slideLayout" Target="/ppt/slideLayouts/slideLayout4.xml" Id="R3b996ef302f44653" /><Relationship Type="http://schemas.openxmlformats.org/officeDocument/2006/relationships/slideLayout" Target="/ppt/slideLayouts/slideLayout5.xml" Id="R3ce3d2e7db2a4d7c" /><Relationship Type="http://schemas.openxmlformats.org/officeDocument/2006/relationships/slideLayout" Target="/ppt/slideLayouts/slideLayout6.xml" Id="R828e873574bd4e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f5b50cfa24281"/>
    <p:sldLayoutId xmlns:r="http://schemas.openxmlformats.org/officeDocument/2006/relationships" id="2147483650" r:id="R0ff82e6cccb44469"/>
    <p:sldLayoutId xmlns:r="http://schemas.openxmlformats.org/officeDocument/2006/relationships" id="2147483651" r:id="Ra4f1f165cb6b433c"/>
    <p:sldLayoutId xmlns:r="http://schemas.openxmlformats.org/officeDocument/2006/relationships" id="2147483652" r:id="R3b996ef302f44653"/>
    <p:sldLayoutId xmlns:r="http://schemas.openxmlformats.org/officeDocument/2006/relationships" id="2147483653" r:id="R3ce3d2e7db2a4d7c"/>
    <p:sldLayoutId xmlns:r="http://schemas.openxmlformats.org/officeDocument/2006/relationships" id="2147483654" r:id="R828e873574bd4e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393f283104e0b" /><Relationship Type="http://schemas.openxmlformats.org/officeDocument/2006/relationships/image" Target="/ppt/media/image.png" Id="R5db832f841b74a34" /><Relationship Type="http://schemas.openxmlformats.org/officeDocument/2006/relationships/notesSlide" Target="/ppt/notesSlides/notesSlide1.xml" Id="Re0a0e512cabf4b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2a79f37fd4c01" /><Relationship Type="http://schemas.openxmlformats.org/officeDocument/2006/relationships/image" Target="/ppt/media/image2.png" Id="Ree187ad35b9a484d" /><Relationship Type="http://schemas.openxmlformats.org/officeDocument/2006/relationships/notesSlide" Target="/ppt/notesSlides/notesSlide2.xml" Id="R505112575fdb47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1aba57b2c499c" /><Relationship Type="http://schemas.openxmlformats.org/officeDocument/2006/relationships/image" Target="/ppt/media/image3.png" Id="R6a08e99f55ef4c8c" /><Relationship Type="http://schemas.openxmlformats.org/officeDocument/2006/relationships/notesSlide" Target="/ppt/notesSlides/notesSlide3.xml" Id="R9e1df91e132441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70ca3b2dc47eb" /><Relationship Type="http://schemas.openxmlformats.org/officeDocument/2006/relationships/image" Target="/ppt/media/image4.png" Id="R15c51507f2de49e0" /><Relationship Type="http://schemas.openxmlformats.org/officeDocument/2006/relationships/notesSlide" Target="/ppt/notesSlides/notesSlide4.xml" Id="R1533cd63f69640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9806fe09a4528" /><Relationship Type="http://schemas.openxmlformats.org/officeDocument/2006/relationships/image" Target="/ppt/media/image5.png" Id="R7118931fc7ec49fc" /><Relationship Type="http://schemas.openxmlformats.org/officeDocument/2006/relationships/notesSlide" Target="/ppt/notesSlides/notesSlide5.xml" Id="R0c61a799494c42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f0bba35c34aac" /><Relationship Type="http://schemas.openxmlformats.org/officeDocument/2006/relationships/image" Target="/ppt/media/image6.png" Id="R492c47097e5d4670" /><Relationship Type="http://schemas.openxmlformats.org/officeDocument/2006/relationships/notesSlide" Target="/ppt/notesSlides/notesSlide6.xml" Id="R3dae0733449247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7f63e54eb4b58" /><Relationship Type="http://schemas.openxmlformats.org/officeDocument/2006/relationships/image" Target="/ppt/media/image7.png" Id="Rdfb1fe0e679c4604" /><Relationship Type="http://schemas.openxmlformats.org/officeDocument/2006/relationships/notesSlide" Target="/ppt/notesSlides/notesSlide7.xml" Id="R612274069247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8992a7b424b57" /><Relationship Type="http://schemas.openxmlformats.org/officeDocument/2006/relationships/image" Target="/ppt/media/image8.png" Id="Rf885543637264203" /><Relationship Type="http://schemas.openxmlformats.org/officeDocument/2006/relationships/notesSlide" Target="/ppt/notesSlides/notesSlide8.xml" Id="R50769d00963e44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01afc5d0548f3" /><Relationship Type="http://schemas.openxmlformats.org/officeDocument/2006/relationships/image" Target="/ppt/media/image9.png" Id="Rb1156a795fc4449c" /><Relationship Type="http://schemas.openxmlformats.org/officeDocument/2006/relationships/notesSlide" Target="/ppt/notesSlides/notesSlide9.xml" Id="R7bbeffdc3cd343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6c20b518a4f84" /><Relationship Type="http://schemas.openxmlformats.org/officeDocument/2006/relationships/image" Target="/ppt/media/image10.png" Id="R790e865e87864623" /><Relationship Type="http://schemas.openxmlformats.org/officeDocument/2006/relationships/notesSlide" Target="/ppt/notesSlides/notesSlide10.xml" Id="R7e29636c75d14d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3300349aa4745" /><Relationship Type="http://schemas.openxmlformats.org/officeDocument/2006/relationships/image" Target="/ppt/media/image11.png" Id="R71821340c9854686" /><Relationship Type="http://schemas.openxmlformats.org/officeDocument/2006/relationships/notesSlide" Target="/ppt/notesSlides/notesSlide11.xml" Id="Rb7ef0a589f8a4f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c8bddf1a74946" /><Relationship Type="http://schemas.openxmlformats.org/officeDocument/2006/relationships/image" Target="/ppt/media/image12.png" Id="R093657c55fe4479f" /><Relationship Type="http://schemas.openxmlformats.org/officeDocument/2006/relationships/notesSlide" Target="/ppt/notesSlides/notesSlide12.xml" Id="R5542693b26ae44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667c2e945439c" /><Relationship Type="http://schemas.openxmlformats.org/officeDocument/2006/relationships/image" Target="/ppt/media/image13.png" Id="R28e67655bb9645a3" /><Relationship Type="http://schemas.openxmlformats.org/officeDocument/2006/relationships/notesSlide" Target="/ppt/notesSlides/notesSlide13.xml" Id="Rda822a0c8b6744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a74d1d90f4e7b" /><Relationship Type="http://schemas.openxmlformats.org/officeDocument/2006/relationships/image" Target="/ppt/media/image14.png" Id="R84ffc0e0eeaa4700" /><Relationship Type="http://schemas.openxmlformats.org/officeDocument/2006/relationships/notesSlide" Target="/ppt/notesSlides/notesSlide14.xml" Id="Rb3dbf58a36d941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cc6ac28ba4f77" /><Relationship Type="http://schemas.openxmlformats.org/officeDocument/2006/relationships/image" Target="/ppt/media/image15.png" Id="Rb31deb9cc4bd4903" /><Relationship Type="http://schemas.openxmlformats.org/officeDocument/2006/relationships/notesSlide" Target="/ppt/notesSlides/notesSlide15.xml" Id="Rc062c51b06b841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7fd721b044b62" /><Relationship Type="http://schemas.openxmlformats.org/officeDocument/2006/relationships/image" Target="/ppt/media/image16.png" Id="R0dd0bfb349494c76" /><Relationship Type="http://schemas.openxmlformats.org/officeDocument/2006/relationships/notesSlide" Target="/ppt/notesSlides/notesSlide16.xml" Id="Rf818b48fab6246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e0846342443bf" /><Relationship Type="http://schemas.openxmlformats.org/officeDocument/2006/relationships/image" Target="/ppt/media/image17.png" Id="Rc85087b698bc4b92" /><Relationship Type="http://schemas.openxmlformats.org/officeDocument/2006/relationships/notesSlide" Target="/ppt/notesSlides/notesSlide17.xml" Id="R36912e0a92e045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555c8f36d4925" /><Relationship Type="http://schemas.openxmlformats.org/officeDocument/2006/relationships/image" Target="/ppt/media/image18.png" Id="Rc0601968383e47ea" /><Relationship Type="http://schemas.openxmlformats.org/officeDocument/2006/relationships/notesSlide" Target="/ppt/notesSlides/notesSlide18.xml" Id="R327a60a3567641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cd02f6b824bd7" /><Relationship Type="http://schemas.openxmlformats.org/officeDocument/2006/relationships/image" Target="/ppt/media/image19.png" Id="Rc4d7b5a0b4a04f62" /><Relationship Type="http://schemas.openxmlformats.org/officeDocument/2006/relationships/notesSlide" Target="/ppt/notesSlides/notesSlide19.xml" Id="R0010a7a8dc734f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144269a964888" /><Relationship Type="http://schemas.openxmlformats.org/officeDocument/2006/relationships/image" Target="/ppt/media/image20.png" Id="R30cce884b4b94d63" /><Relationship Type="http://schemas.openxmlformats.org/officeDocument/2006/relationships/notesSlide" Target="/ppt/notesSlides/notesSlide20.xml" Id="R5a279f15089e4d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790efc56c4a68" /><Relationship Type="http://schemas.openxmlformats.org/officeDocument/2006/relationships/image" Target="/ppt/media/image21.png" Id="Rf6178d74919a4114" /><Relationship Type="http://schemas.openxmlformats.org/officeDocument/2006/relationships/notesSlide" Target="/ppt/notesSlides/notesSlide21.xml" Id="Rcc45e04ba9e844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fd42b4af9466e" /><Relationship Type="http://schemas.openxmlformats.org/officeDocument/2006/relationships/image" Target="/ppt/media/image22.png" Id="Rf8b3df91852b4084" /><Relationship Type="http://schemas.openxmlformats.org/officeDocument/2006/relationships/notesSlide" Target="/ppt/notesSlides/notesSlide22.xml" Id="R19d0cca617bd4f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8822688f744f4" /><Relationship Type="http://schemas.openxmlformats.org/officeDocument/2006/relationships/image" Target="/ppt/media/image23.png" Id="Rb9fb314abe254696" /><Relationship Type="http://schemas.openxmlformats.org/officeDocument/2006/relationships/notesSlide" Target="/ppt/notesSlides/notesSlide23.xml" Id="R87b9914af62a4db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3ad95aebc45c6" /><Relationship Type="http://schemas.openxmlformats.org/officeDocument/2006/relationships/image" Target="/ppt/media/image24.png" Id="R0c45970eb55f4a0e" /><Relationship Type="http://schemas.openxmlformats.org/officeDocument/2006/relationships/notesSlide" Target="/ppt/notesSlides/notesSlide24.xml" Id="R08c8d4201fcd4c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8ed20ae0447b5" /><Relationship Type="http://schemas.openxmlformats.org/officeDocument/2006/relationships/image" Target="/ppt/media/image25.png" Id="R9e53e1f6194742d4" /><Relationship Type="http://schemas.openxmlformats.org/officeDocument/2006/relationships/notesSlide" Target="/ppt/notesSlides/notesSlide25.xml" Id="Rd3c048fa0924457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3ea0e0c4840d5" /><Relationship Type="http://schemas.openxmlformats.org/officeDocument/2006/relationships/image" Target="/ppt/media/image26.png" Id="R917b2974235b4f47" /><Relationship Type="http://schemas.openxmlformats.org/officeDocument/2006/relationships/notesSlide" Target="/ppt/notesSlides/notesSlide26.xml" Id="R91ac19611fd649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8ab8dfe1044f5" /><Relationship Type="http://schemas.openxmlformats.org/officeDocument/2006/relationships/image" Target="/ppt/media/image27.png" Id="R30d38897df9a4840" /><Relationship Type="http://schemas.openxmlformats.org/officeDocument/2006/relationships/notesSlide" Target="/ppt/notesSlides/notesSlide27.xml" Id="Re70f1d8ca0764b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ad11675f34407" /><Relationship Type="http://schemas.openxmlformats.org/officeDocument/2006/relationships/image" Target="/ppt/media/image28.png" Id="Re0529fd5976a4f25" /><Relationship Type="http://schemas.openxmlformats.org/officeDocument/2006/relationships/notesSlide" Target="/ppt/notesSlides/notesSlide28.xml" Id="R4edc336679a6411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459267da14756" /><Relationship Type="http://schemas.openxmlformats.org/officeDocument/2006/relationships/image" Target="/ppt/media/image29.png" Id="Rfb9881045ec44985" /><Relationship Type="http://schemas.openxmlformats.org/officeDocument/2006/relationships/notesSlide" Target="/ppt/notesSlides/notesSlide29.xml" Id="R32c1c79bce14480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d9eec9d4b4c16" /><Relationship Type="http://schemas.openxmlformats.org/officeDocument/2006/relationships/image" Target="/ppt/media/image30.png" Id="R78dbb91480d145a6" /><Relationship Type="http://schemas.openxmlformats.org/officeDocument/2006/relationships/notesSlide" Target="/ppt/notesSlides/notesSlide30.xml" Id="Rce546425bc1c456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0110e865e4898" /><Relationship Type="http://schemas.openxmlformats.org/officeDocument/2006/relationships/image" Target="/ppt/media/image31.png" Id="Rb7a14a421d394864" /><Relationship Type="http://schemas.openxmlformats.org/officeDocument/2006/relationships/notesSlide" Target="/ppt/notesSlides/notesSlide31.xml" Id="R3f2c072b058f4e0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e9a0db5fb4efe" /><Relationship Type="http://schemas.openxmlformats.org/officeDocument/2006/relationships/image" Target="/ppt/media/image32.png" Id="R1a6ecf13f6844a31" /><Relationship Type="http://schemas.openxmlformats.org/officeDocument/2006/relationships/chart" Target="/ppt/slides/charts/chart1.xml" Id="Rc6997ec07e694a33" /><Relationship Type="http://schemas.openxmlformats.org/officeDocument/2006/relationships/notesSlide" Target="/ppt/notesSlides/notesSlide32.xml" Id="Rab38f24b72784af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9190288c64c8f" /><Relationship Type="http://schemas.openxmlformats.org/officeDocument/2006/relationships/image" Target="/ppt/media/image33.png" Id="R98b45b8365d04d77" /><Relationship Type="http://schemas.openxmlformats.org/officeDocument/2006/relationships/chart" Target="/ppt/slides/charts/chart2.xml" Id="Rddfe20ce6efd426f" /><Relationship Type="http://schemas.openxmlformats.org/officeDocument/2006/relationships/notesSlide" Target="/ppt/notesSlides/notesSlide33.xml" Id="R7566f2b668f7411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5fcedd7db4374" /><Relationship Type="http://schemas.openxmlformats.org/officeDocument/2006/relationships/image" Target="/ppt/media/image34.png" Id="Rc1651c5496ec4300" /><Relationship Type="http://schemas.openxmlformats.org/officeDocument/2006/relationships/notesSlide" Target="/ppt/notesSlides/notesSlide34.xml" Id="Rfa2520488bbc410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3c2ac14d149e0" /><Relationship Type="http://schemas.openxmlformats.org/officeDocument/2006/relationships/image" Target="/ppt/media/image35.png" Id="Rf263eb68b2c64274" /><Relationship Type="http://schemas.openxmlformats.org/officeDocument/2006/relationships/chart" Target="/ppt/slides/charts/chart3.xml" Id="R6655b264a5884451" /><Relationship Type="http://schemas.openxmlformats.org/officeDocument/2006/relationships/notesSlide" Target="/ppt/notesSlides/notesSlide35.xml" Id="R4e4936664d554ab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407d804764045" /><Relationship Type="http://schemas.openxmlformats.org/officeDocument/2006/relationships/image" Target="/ppt/media/image36.png" Id="Rae115c02ccf7427a" /><Relationship Type="http://schemas.openxmlformats.org/officeDocument/2006/relationships/notesSlide" Target="/ppt/notesSlides/notesSlide36.xml" Id="Ra3139c43ff3948c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e67bde81349d2" /><Relationship Type="http://schemas.openxmlformats.org/officeDocument/2006/relationships/image" Target="/ppt/media/image37.png" Id="Re1d9124a7ee141f3" /><Relationship Type="http://schemas.openxmlformats.org/officeDocument/2006/relationships/notesSlide" Target="/ppt/notesSlides/notesSlide37.xml" Id="Re2d087479c204c6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db744330d47bc" /><Relationship Type="http://schemas.openxmlformats.org/officeDocument/2006/relationships/image" Target="/ppt/media/image38.png" Id="R86be0eaa050e4327" /><Relationship Type="http://schemas.openxmlformats.org/officeDocument/2006/relationships/chart" Target="/ppt/slides/charts/chart4.xml" Id="Rfb57d1dc18b04ab0" /><Relationship Type="http://schemas.openxmlformats.org/officeDocument/2006/relationships/notesSlide" Target="/ppt/notesSlides/notesSlide38.xml" Id="R722a24a5cf5f4d8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5837831f54b3e" /><Relationship Type="http://schemas.openxmlformats.org/officeDocument/2006/relationships/image" Target="/ppt/media/image39.png" Id="R858f787007c04420" /><Relationship Type="http://schemas.openxmlformats.org/officeDocument/2006/relationships/notesSlide" Target="/ppt/notesSlides/notesSlide39.xml" Id="R0117b58ef75f4c4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1457be1934242" /><Relationship Type="http://schemas.openxmlformats.org/officeDocument/2006/relationships/image" Target="/ppt/media/image40.png" Id="Rc99242f8cdd643ef" /><Relationship Type="http://schemas.openxmlformats.org/officeDocument/2006/relationships/notesSlide" Target="/ppt/notesSlides/notesSlide40.xml" Id="R68d9d484e527434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59150301340b6" /><Relationship Type="http://schemas.openxmlformats.org/officeDocument/2006/relationships/image" Target="/ppt/media/image41.png" Id="R9e49768d168041d9" /><Relationship Type="http://schemas.openxmlformats.org/officeDocument/2006/relationships/notesSlide" Target="/ppt/notesSlides/notesSlide41.xml" Id="Rf36cc3989bdb4b1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99f346df44fea" /><Relationship Type="http://schemas.openxmlformats.org/officeDocument/2006/relationships/image" Target="/ppt/media/image42.png" Id="R6fbbe3e6a74a4964" /><Relationship Type="http://schemas.openxmlformats.org/officeDocument/2006/relationships/notesSlide" Target="/ppt/notesSlides/notesSlide42.xml" Id="Rbab9947bed6c431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09b82b74f4f66" /><Relationship Type="http://schemas.openxmlformats.org/officeDocument/2006/relationships/image" Target="/ppt/media/image43.png" Id="Rf36c3c88c22346dd" /><Relationship Type="http://schemas.openxmlformats.org/officeDocument/2006/relationships/chart" Target="/ppt/slides/charts/chart5.xml" Id="R282ddb232e694a1d" /><Relationship Type="http://schemas.openxmlformats.org/officeDocument/2006/relationships/notesSlide" Target="/ppt/notesSlides/notesSlide43.xml" Id="Rad1c400f7a37496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e3205c10b4956" /><Relationship Type="http://schemas.openxmlformats.org/officeDocument/2006/relationships/image" Target="/ppt/media/image44.png" Id="Rd5fa49c548c1426f" /><Relationship Type="http://schemas.openxmlformats.org/officeDocument/2006/relationships/notesSlide" Target="/ppt/notesSlides/notesSlide44.xml" Id="R72e4006926de456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c7dca02e44a5e" /><Relationship Type="http://schemas.openxmlformats.org/officeDocument/2006/relationships/image" Target="/ppt/media/image45.png" Id="Rf34c2f86c3a24c36" /><Relationship Type="http://schemas.openxmlformats.org/officeDocument/2006/relationships/notesSlide" Target="/ppt/notesSlides/notesSlide45.xml" Id="R9e24567c71304ba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9bd70bde44715" /><Relationship Type="http://schemas.openxmlformats.org/officeDocument/2006/relationships/image" Target="/ppt/media/image46.png" Id="R598f9fa2037b4f36" /><Relationship Type="http://schemas.openxmlformats.org/officeDocument/2006/relationships/notesSlide" Target="/ppt/notesSlides/notesSlide46.xml" Id="Rd48c875133be4a5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8e5a11cba4b93" /><Relationship Type="http://schemas.openxmlformats.org/officeDocument/2006/relationships/image" Target="/ppt/media/image47.png" Id="R9041d0b1cd2447d5" /><Relationship Type="http://schemas.openxmlformats.org/officeDocument/2006/relationships/notesSlide" Target="/ppt/notesSlides/notesSlide47.xml" Id="Rd8b88722e7bd48c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448337811427d" /><Relationship Type="http://schemas.openxmlformats.org/officeDocument/2006/relationships/image" Target="/ppt/media/image48.png" Id="R46b846f0198a46de" /><Relationship Type="http://schemas.openxmlformats.org/officeDocument/2006/relationships/notesSlide" Target="/ppt/notesSlides/notesSlide48.xml" Id="R8648a193d9e14af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2e24b64424a72" /><Relationship Type="http://schemas.openxmlformats.org/officeDocument/2006/relationships/image" Target="/ppt/media/image49.png" Id="R2194f837d07e43f6" /><Relationship Type="http://schemas.openxmlformats.org/officeDocument/2006/relationships/notesSlide" Target="/ppt/notesSlides/notesSlide49.xml" Id="R8377e1c50dcc41e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503814797487e" /><Relationship Type="http://schemas.openxmlformats.org/officeDocument/2006/relationships/image" Target="/ppt/media/image50.png" Id="R31a89aa1489b401a" /><Relationship Type="http://schemas.openxmlformats.org/officeDocument/2006/relationships/notesSlide" Target="/ppt/notesSlides/notesSlide50.xml" Id="R8a2ce0f1b2a440b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ff8466b3248f7" /><Relationship Type="http://schemas.openxmlformats.org/officeDocument/2006/relationships/image" Target="/ppt/media/image51.png" Id="R0eab4f67213d400d" /><Relationship Type="http://schemas.openxmlformats.org/officeDocument/2006/relationships/notesSlide" Target="/ppt/notesSlides/notesSlide51.xml" Id="R50d85990bc29477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2228c55fe44f5" /><Relationship Type="http://schemas.openxmlformats.org/officeDocument/2006/relationships/image" Target="/ppt/media/image52.png" Id="Rdf2f915ae93e4129" /><Relationship Type="http://schemas.openxmlformats.org/officeDocument/2006/relationships/notesSlide" Target="/ppt/notesSlides/notesSlide52.xml" Id="Rb04611340eaa42e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551bed9004505" /><Relationship Type="http://schemas.openxmlformats.org/officeDocument/2006/relationships/image" Target="/ppt/media/image53.png" Id="R06c4b5efbfe743ea" /><Relationship Type="http://schemas.openxmlformats.org/officeDocument/2006/relationships/notesSlide" Target="/ppt/notesSlides/notesSlide53.xml" Id="Rc1320c629358417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eb541d10c48d1" /><Relationship Type="http://schemas.openxmlformats.org/officeDocument/2006/relationships/image" Target="/ppt/media/image54.png" Id="R191d5880248e48a6" /><Relationship Type="http://schemas.openxmlformats.org/officeDocument/2006/relationships/notesSlide" Target="/ppt/notesSlides/notesSlide54.xml" Id="R395dbe7e667d494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8aa295fd54b01" /><Relationship Type="http://schemas.openxmlformats.org/officeDocument/2006/relationships/image" Target="/ppt/media/image55.png" Id="R6bdda5fb34c34021" /><Relationship Type="http://schemas.openxmlformats.org/officeDocument/2006/relationships/notesSlide" Target="/ppt/notesSlides/notesSlide55.xml" Id="R1278c9c9247c448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59562e7294987" /><Relationship Type="http://schemas.openxmlformats.org/officeDocument/2006/relationships/image" Target="/ppt/media/image56.png" Id="Rf24f89f7eb444a8f" /><Relationship Type="http://schemas.openxmlformats.org/officeDocument/2006/relationships/notesSlide" Target="/ppt/notesSlides/notesSlide56.xml" Id="Rb9dffb3ebaad4fb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cb6641f52403c" /><Relationship Type="http://schemas.openxmlformats.org/officeDocument/2006/relationships/image" Target="/ppt/media/image57.png" Id="R42030b2a33d148c0" /><Relationship Type="http://schemas.openxmlformats.org/officeDocument/2006/relationships/notesSlide" Target="/ppt/notesSlides/notesSlide57.xml" Id="R96c356728d9b45f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aee43f4914ba3" /><Relationship Type="http://schemas.openxmlformats.org/officeDocument/2006/relationships/image" Target="/ppt/media/image58.png" Id="Rcec184cd4e624a10" /><Relationship Type="http://schemas.openxmlformats.org/officeDocument/2006/relationships/notesSlide" Target="/ppt/notesSlides/notesSlide58.xml" Id="R6d4de482784e4ec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eeec28e574a83" /><Relationship Type="http://schemas.openxmlformats.org/officeDocument/2006/relationships/image" Target="/ppt/media/image59.png" Id="Reb7eb3012c9945c9" /><Relationship Type="http://schemas.openxmlformats.org/officeDocument/2006/relationships/chart" Target="/ppt/slides/charts/chart6.xml" Id="R0cf1b6341f834f19" /><Relationship Type="http://schemas.openxmlformats.org/officeDocument/2006/relationships/notesSlide" Target="/ppt/notesSlides/notesSlide59.xml" Id="R6eb05e796a5b480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377c37cc34ce5" /><Relationship Type="http://schemas.openxmlformats.org/officeDocument/2006/relationships/image" Target="/ppt/media/image60.png" Id="Rccecf19343e246cd" /><Relationship Type="http://schemas.openxmlformats.org/officeDocument/2006/relationships/notesSlide" Target="/ppt/notesSlides/notesSlide60.xml" Id="R9865ffa5a2194a5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a8f4e711f4da2" /><Relationship Type="http://schemas.openxmlformats.org/officeDocument/2006/relationships/image" Target="/ppt/media/image61.png" Id="R024634990f4143f5" /><Relationship Type="http://schemas.openxmlformats.org/officeDocument/2006/relationships/notesSlide" Target="/ppt/notesSlides/notesSlide61.xml" Id="Rfc8cd7299382431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5831bef6c4865" /><Relationship Type="http://schemas.openxmlformats.org/officeDocument/2006/relationships/image" Target="/ppt/media/image62.png" Id="R731ba97765d04f4c" /><Relationship Type="http://schemas.openxmlformats.org/officeDocument/2006/relationships/notesSlide" Target="/ppt/notesSlides/notesSlide62.xml" Id="Re7109314a3a14c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完成率 (%)</c:v>
          </c:tx>
          <c:spPr>
            <a:solidFill xmlns:a="http://schemas.openxmlformats.org/drawingml/2006/main">
              <a:srgbClr val="C9ECFF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FFFFF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Full SA 18/36</c:v>
                </c:pt>
                <c:pt idx="1">
                  <c:v>Signal-off 14/36</c:v>
                </c:pt>
                <c:pt idx="2">
                  <c:v>MAPPO 18/36</c:v>
                </c:pt>
                <c:pt idx="3">
                  <c:v>PPO 27/36</c:v>
                </c:pt>
                <c:pt idx="4">
                  <c:v>Heuristic 6/12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50</c:v>
                </c:pt>
                <c:pt idx="1">
                  <c:v>38.89</c:v>
                </c:pt>
                <c:pt idx="2">
                  <c:v>50</c:v>
                </c:pt>
                <c:pt idx="3">
                  <c:v>75</c:v>
                </c:pt>
                <c:pt idx="4">
                  <c:v>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60A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2048D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2048D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MB / 完成 workflow</c:v>
          </c:tx>
          <c:spPr>
            <a:solidFill xmlns:a="http://schemas.openxmlformats.org/drawingml/2006/main">
              <a:srgbClr val="C9EC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FFF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Full SA</c:v>
                </c:pt>
                <c:pt idx="1">
                  <c:v>Full PPO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412.889</c:v>
                </c:pt>
                <c:pt idx="1">
                  <c:v>378.667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60A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2048D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2048D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总传输 MiB</c:v>
          </c:tx>
          <c:spPr>
            <a:solidFill xmlns:a="http://schemas.openxmlformats.org/drawingml/2006/main">
              <a:srgbClr val="C9EC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FFFFF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blocked / on</c:v>
                </c:pt>
                <c:pt idx="1">
                  <c:v>interleaved / on</c:v>
                </c:pt>
                <c:pt idx="2">
                  <c:v>blocked / off</c:v>
                </c:pt>
                <c:pt idx="3">
                  <c:v>interleaved / off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3264</c:v>
                </c:pt>
                <c:pt idx="1">
                  <c:v>8640</c:v>
                </c:pt>
                <c:pt idx="2">
                  <c:v>8640</c:v>
                </c:pt>
                <c:pt idx="3">
                  <c:v>8640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60A0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00"/>
          <c:min val="0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000"/>
      </c:valAx>
      <c:spPr>
        <a:solidFill xmlns:a="http://schemas.openxmlformats.org/drawingml/2006/main">
          <a:srgbClr val="2048D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2048D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child wall s</c:v>
          </c:tx>
          <c:spPr>
            <a:solidFill xmlns:a="http://schemas.openxmlformats.org/drawingml/2006/main">
              <a:srgbClr val="C9EC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FFFFF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连续</c:v>
                </c:pt>
                <c:pt idx="1">
                  <c:v>从头重跑</c:v>
                </c:pt>
                <c:pt idx="2">
                  <c:v>状态恢复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19.465</c:v>
                </c:pt>
                <c:pt idx="1">
                  <c:v>32.504</c:v>
                </c:pt>
                <c:pt idx="2">
                  <c:v>21.37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60A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2048D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2048D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比较项数</c:v>
          </c:tx>
          <c:spPr>
            <a:solidFill xmlns:a="http://schemas.openxmlformats.org/drawingml/2006/main">
              <a:srgbClr val="C9EC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FFFFF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supported</c:v>
                </c:pt>
                <c:pt idx="1">
                  <c:v>mixed</c:v>
                </c:pt>
                <c:pt idx="2">
                  <c:v>contradicted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0</c:v>
                </c:pt>
                <c:pt idx="1">
                  <c:v>72</c:v>
                </c:pt>
                <c:pt idx="2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60A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84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2048D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2048D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SA-GHMAPPO · MA12</c:v>
          </c:tx>
          <c:spPr>
            <a:ln xmlns:a="http://schemas.openxmlformats.org/drawingml/2006/main" w="38100">
              <a:solidFill>
                <a:srgbClr val="FFFFFF"/>
              </a:solidFill>
              <a:prstDash val="solid"/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12</c:v>
                </c:pt>
                <c:pt idx="1">
                  <c:v>24</c:v>
                </c:pt>
                <c:pt idx="2">
                  <c:v>36</c:v>
                </c:pt>
                <c:pt idx="3">
                  <c:v>48</c:v>
                </c:pt>
                <c:pt idx="4">
                  <c:v>60</c:v>
                </c:pt>
                <c:pt idx="5">
                  <c:v>72</c:v>
                </c:pt>
                <c:pt idx="6">
                  <c:v>84</c:v>
                </c:pt>
                <c:pt idx="7">
                  <c:v>96</c:v>
                </c:pt>
              </c:numCache>
            </c:numRef>
          </c:cat>
          <c:val>
            <c:numRef>
              <c:f>'Chart Data'!$B$2:$B$9</c:f>
              <c:numCache>
                <c:formatCode>0</c:formatCode>
                <c:ptCount val="8"/>
                <c:pt idx="0">
                  <c:v>76.302</c:v>
                </c:pt>
                <c:pt idx="1">
                  <c:v>84.749</c:v>
                </c:pt>
                <c:pt idx="2">
                  <c:v>80.272</c:v>
                </c:pt>
                <c:pt idx="3">
                  <c:v>73.022</c:v>
                </c:pt>
                <c:pt idx="4">
                  <c:v>86.02</c:v>
                </c:pt>
                <c:pt idx="5">
                  <c:v>75.559</c:v>
                </c:pt>
                <c:pt idx="6">
                  <c:v>84.677</c:v>
                </c:pt>
                <c:pt idx="7">
                  <c:v>80.659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6B8BE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4EB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2048D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2048D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E7A5A-52E9-4350-8736-1736FAE3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8B0A7-414E-4F2C-9B8D-01A44A69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832f841b74a3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FFA98-35BD-4213-9934-965F1A9B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学术研究汇报 · 工作稿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2D8F1-2641-4C94-939A-C15D06B8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6680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 RSU 移动工作流的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模型依赖与执行状态准备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7C30E-E02D-4F36-BA4C-B8C5F4DE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EE12D-1F1A-43F2-AD39-A66D80E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Dependency-Aware Model and Execution-State Preparation for Mobile Edge Workflows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59B29-DF69-49D9-978E-5F32FDF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基于论文工作稿与截至 2026-10-09 的项目证据</a:t>
            </a:r>
          </a:p>
        </p:txBody>
      </p:sp>
    </p:spTree>
    <p:extLst>
      <p:ext uri="{BB962C8B-B14F-4D97-AF65-F5344CB8AC3E}">
        <p14:creationId xmlns:p14="http://schemas.microsoft.com/office/powerpoint/2010/main" val="912187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7083F-A0C3-4AE5-8A12-013CD551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827FB-20BF-4A4E-B706-DA65FB64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87ad35b9a484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06954-9F0A-446C-9D48-A7611BB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报告路线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3EBAB-1F94-4E9F-B309-0EF39962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从问题定义到可验证的结论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763E5-0D9E-41A9-BBCE-0EEDD4F9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1E7D1-D32E-4671-8D04-CCE1A98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研究问题与最近邻工作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AFD58-5251-40CE-A24E-C084901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系统模型、资源语义与五动作接口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244FB-37BD-41C2-ADDF-E929748D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控制器计算及正确性边界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049F7-EE55-4FA6-8961-7991977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实验协议、已有证据与下一轮验证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5DBC5-11F6-4D09-8B0D-D883DF5E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E1D41-9D29-48C6-A05F-127310A1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02 / 62</a:t>
            </a:r>
          </a:p>
        </p:txBody>
      </p:sp>
    </p:spTree>
    <p:extLst>
      <p:ext uri="{BB962C8B-B14F-4D97-AF65-F5344CB8AC3E}">
        <p14:creationId xmlns:p14="http://schemas.microsoft.com/office/powerpoint/2010/main" val="96807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4791F-4484-480F-A6F1-DC1B0C92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78074-6ABA-4E4B-B1E9-1487A688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8e99f55ef4c8c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AA5D3-F92B-405C-8094-ED802AE4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01 研究定位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D584C-5EEA-4E60-8749-F2889011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当前最稳妥的研究表述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6FF93-F895-4549-B73A-5CDA249E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DCE65-6CBB-4252-9A26-3BDB51CA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4ECCB-3F26-4E46-89DF-F1EF4768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研究对象：车辆关联 DAG 在多个 RSU 间持续执行时，目标端需要模型依赖与可恢复状态。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7B9C5-8170-45CE-B579-75D2FC6F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3C758-32D5-474C-B1B4-9D5CF245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核心问题：何时提前准备、准备什么，以及准备成本是否换来更可靠的完成。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51AF2-1279-44FC-9705-819B911D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98634-2894-441E-8C00-4E06FB9B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现阶段已建立可执行的资源抽象和有界机制见证。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C5C9F-9FD2-4867-A551-4C4A5C02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0E662-0069-4632-8E0A-3E7F7458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联合机制收益、复杂控制器收益和独立泛化仍待验证。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A464D-530A-49BF-964D-97A4F6F4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623D7-F3DC-48E7-A1CD-51F9268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03 / 62</a:t>
            </a:r>
          </a:p>
        </p:txBody>
      </p:sp>
    </p:spTree>
    <p:extLst>
      <p:ext uri="{BB962C8B-B14F-4D97-AF65-F5344CB8AC3E}">
        <p14:creationId xmlns:p14="http://schemas.microsoft.com/office/powerpoint/2010/main" val="885940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6C84F-05F7-4470-9D97-879B81A3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B2A09-4B21-42DA-8104-B12E858A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51507f2de49e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A07DB-BB82-4756-94C1-F08500F3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1AFB6-29E2-485C-B941-C1C7CFD0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研究问题与文献位置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8468E-F4BB-42A5-A4F1-BB9C36B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FF42E-FC73-46B8-AF53-B5731A91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 cache hit 不能代表 workflow 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EAE1B-35C4-4FDD-BACF-46BF8821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哪些部分已经有直接先行工作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0C965-CAB6-4018-A6A6-BE94978C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论文还需要证明什么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CB6EE-CE8C-494E-B8CA-2A8AE67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902F4-8A33-4A54-AC9C-812AF4CC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04 / 62</a:t>
            </a:r>
          </a:p>
        </p:txBody>
      </p:sp>
    </p:spTree>
    <p:extLst>
      <p:ext uri="{BB962C8B-B14F-4D97-AF65-F5344CB8AC3E}">
        <p14:creationId xmlns:p14="http://schemas.microsoft.com/office/powerpoint/2010/main" val="1555399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9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619875" y="3881438"/>
            <a:ext cx="1762125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dash"/>
            <a:tailEnd type="none" w="med" len="med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3619500" y="3881438"/>
            <a:ext cx="1666875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dash"/>
            <a:tailEnd type="none" w="med" len="med"/>
          </a:ln>
        </p:spPr>
      </p:cxnSp>
      <p:cxnSp>
        <p:nvCxnSpPr>
          <p:cNvPr id="23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6429375" y="242887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3333750" y="242887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A70CE-88B7-469A-BFF4-28BF0E87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0B919-C512-43CC-B23F-809EE30B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8931fc7ec49fc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7BBF1-9603-461A-8B16-048666F5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B5243-70D7-4857-AF42-0B3E214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 RSU 连续执行的三个条件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CDDFC-762F-40B2-938F-23140984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48AFEEB-8711-4098-99C9-615144FA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762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 base + adapter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已执行 n0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93BCC8E-7AB0-4528-829A-E50572CD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762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需兼容模型 + 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才能执行 n1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FC90CC9-1F7E-45A2-B333-081D0A2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7662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7672868-87F8-4AA0-AB8F-CDB5787F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497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n0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65296A1D-3136-4B49-95D2-BFC91B0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497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n1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BF7FDDA-7A38-4913-AF92-62DEE68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497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14631-7C15-4420-87C4-64EF2AC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006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服务关联随移动改变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04CAA-47B6-4E9F-A71E-C5596FF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后继节点的就绪条件同时依赖 DAG 前缀、兼容模型和执行状态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A7A89-BEE2-4DDB-94AC-254BA03F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2E53E-8213-4498-A10E-91DA1DD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05 / 62</a:t>
            </a:r>
          </a:p>
        </p:txBody>
      </p:sp>
    </p:spTree>
    <p:extLst>
      <p:ext uri="{BB962C8B-B14F-4D97-AF65-F5344CB8AC3E}">
        <p14:creationId xmlns:p14="http://schemas.microsoft.com/office/powerpoint/2010/main" val="1273267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762750" y="308610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24125" y="30861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2282D-6E9C-4F70-97DE-AB42B683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1AC58-B0AF-4C45-AB60-E365E82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c47097e5d467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724F9-055F-43C4-8019-9BE9BBA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34C82-EEDA-4728-826A-869B728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提前准备存在双向代价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99924-3E88-4AAF-8BAE-17C9DCB4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D573E-C4EF-456D-92F2-20036219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决策时刻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8EBDE02-4823-4A51-8029-17F39861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257D20D-58A5-4BC9-A847-FBFCF8B3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432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handoff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F0DB102-474C-4ECD-A066-F0CD6FE7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432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后继执行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05A6A-2F39-43D0-B4F7-07B426C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多一次可能无用的传输与占用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7B415-D7F5-410A-835D-8C1FAA54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少一次冷启动、失败或重跑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55727-5AF2-46D1-BA22-724B5DF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评估应同时保留收益与先付成本，不能只看 cache hit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BE127-59DA-4CCA-B462-7EADA36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5B9EA-658B-4686-BAED-66677352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06 / 62</a:t>
            </a:r>
          </a:p>
        </p:txBody>
      </p:sp>
    </p:spTree>
    <p:extLst>
      <p:ext uri="{BB962C8B-B14F-4D97-AF65-F5344CB8AC3E}">
        <p14:creationId xmlns:p14="http://schemas.microsoft.com/office/powerpoint/2010/main" val="646075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72375" y="26765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26765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CB460-FC8B-4519-9688-EB4491EE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22899-DA3D-4A72-852A-A9EBE278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1fe0e679c460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2BEA1-4F4B-43DD-8EEF-7B364E31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研究问题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94F46-215F-4B44-97CB-1E0C1D7B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三个可证伪的问题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3B7DA-DFF3-4A3D-A26B-8463E660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C3C1855F-B098-46B7-8E76-B0ACE376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共享如何改变边际成本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B72B1ED-39C1-4322-8036-37E31DC0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准备何时值得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6D7F483-CE00-4724-9915-13D7509D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复杂控制有无增益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7224E-B26E-4958-AD7D-A8658BC3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机制成立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3335B-B95D-4D0A-B350-9CEC639B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同完成量核算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3EC82-B7E3-47FC-9041-2AFF4B2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33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同权限公平比较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34F83-5A5C-4197-B222-70966CD3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Q3 以 Q1、Q2 可复现的机制效果为前提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456AD-CF11-4F6A-82A6-12012B63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8436B-6FDA-4844-8001-87A2C01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07 / 62</a:t>
            </a:r>
          </a:p>
        </p:txBody>
      </p:sp>
    </p:spTree>
    <p:extLst>
      <p:ext uri="{BB962C8B-B14F-4D97-AF65-F5344CB8AC3E}">
        <p14:creationId xmlns:p14="http://schemas.microsoft.com/office/powerpoint/2010/main" val="1138409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5402E-DC75-475C-B000-620B27E8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39F8E-69D6-4DCC-92AF-44980E23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554363726420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04D4D-DA97-4089-AF5E-7414D37A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近邻工作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BD092-46D3-4F4C-8F6A-E0D4AD29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已有研究覆盖了哪些部分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12416-9125-4C3D-BA88-50E0A5C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A76B2-0E21-4CCA-95E6-3B6622FB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问题近邻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F99F330-19D1-4EF7-BF91-3A77BE91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双依赖缓存 / 卸载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移动任务迁移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边缘工作流调度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5684E-1179-440C-98D8-0B69794D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9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资源近邻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3E99CB3-1212-4ACA-AAFC-2DD33EA0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SLoRA / Punica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 adapter 缓存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base 资源语义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84ECC-5CF6-4A89-BA7F-CF952F27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9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方法近邻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A19F44C-98D1-4AB6-83F7-7C4FED8D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RUDDER 延迟回报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 / MAPPO 强基线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训练实现敏感性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98B2D-F422-4523-AC83-E0B6981D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这些工作界定了本论文必须证明的具体区别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B9336-B8D1-4DEF-827B-2CD320FB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F8FEA-B925-432A-B04A-7BFD7FAF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08 / 62</a:t>
            </a:r>
          </a:p>
        </p:txBody>
      </p:sp>
    </p:spTree>
    <p:extLst>
      <p:ext uri="{BB962C8B-B14F-4D97-AF65-F5344CB8AC3E}">
        <p14:creationId xmlns:p14="http://schemas.microsoft.com/office/powerpoint/2010/main" val="764911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30241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30241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D3CFA-2A59-4066-9C4E-653FF605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B8AD3-D39E-4C17-AC4D-200C2A92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56a795fc4449c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0B1F3-6495-47EE-BAC3-D258371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候选贡献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110F7-02E9-43D4-ACBD-9297DE9D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需要检验的是交互，而非模块拼接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A1B46-6F34-4E53-BFFB-A900F07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70038BDB-2909-40E7-BF58-70C4793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共享依赖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降低边际成本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00D71CDF-D4B6-4522-BDF1-5CAAD431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状态恢复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保留已执行前缀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F1C0890-A70F-4B22-AD65-79AB94C5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控制策略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决定准备时机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A085C-4901-4669-A253-4857EA4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38625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共同终点：完成量、失败与全部成本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530C6-6EB2-4728-8AB7-B246CA7C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三项均是待检验的候选贡献，不能由模块并列自动成立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D998A-7AB7-4FF4-8F23-8A52B6D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53952-CC5C-49AB-9EE0-F7DA0F1A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09 / 62</a:t>
            </a:r>
          </a:p>
        </p:txBody>
      </p:sp>
    </p:spTree>
    <p:extLst>
      <p:ext uri="{BB962C8B-B14F-4D97-AF65-F5344CB8AC3E}">
        <p14:creationId xmlns:p14="http://schemas.microsoft.com/office/powerpoint/2010/main" val="1520499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86EB5-33F4-4BE6-96CA-E5DB8E0D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18975-4956-48CC-85C3-BDF61A0C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e865e8786462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2B558-F0B2-4004-86C6-D4290AE7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2214F-2789-4E54-A137-D78C1DF4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系统模型与资源语义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68309-F2D6-4A81-BBFE-9717B3F2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76506-112F-45AD-A9F0-C9630CF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进度、typed cache 与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DA0B1-FDB6-428B-89EE-94EB3B8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增量准备和状态迁移的成本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53370-54A1-4ACA-9D2B-EA93084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当前控制器实际能做的动作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B7FA3-68F2-413B-AE8A-7DE4C5B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2A1A1-85F8-402F-B96A-A8EDA6B2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10 / 62</a:t>
            </a:r>
          </a:p>
        </p:txBody>
      </p:sp>
    </p:spTree>
    <p:extLst>
      <p:ext uri="{BB962C8B-B14F-4D97-AF65-F5344CB8AC3E}">
        <p14:creationId xmlns:p14="http://schemas.microsoft.com/office/powerpoint/2010/main" val="2215961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381750" y="3405188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7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009775" y="3405188"/>
            <a:ext cx="942975" cy="147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2EA23-D6F7-4410-873F-DF65D575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5C6A8-7D80-4D2B-A0B4-05064796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21340c985468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1F33B-95F8-4638-8C70-A70479C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系统对象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F904E-C0E3-40C8-9BC6-223E8271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 workflow、多个驻留状态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84C6A-BA1D-463E-83C9-7AE6F04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7027DDBF-9655-4228-9320-688B1E2A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95C0855-3CC6-407B-9FC7-2BE07418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3429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Cᵣ(t)：base / adapter / state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容量 Kᵣ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505B66F-988B-4806-A2B6-E2DA1966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3429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目标端驻留与缺失依赖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容量 Kᵣ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58CE4-97A3-4BCD-A590-28EDEF30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服务关联随 mobility trace 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F8743-B2F4-4C3E-997A-EE228D8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5111C-EC2F-497A-AE00-42F77CB4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11 / 62</a:t>
            </a:r>
          </a:p>
        </p:txBody>
      </p:sp>
    </p:spTree>
    <p:extLst>
      <p:ext uri="{BB962C8B-B14F-4D97-AF65-F5344CB8AC3E}">
        <p14:creationId xmlns:p14="http://schemas.microsoft.com/office/powerpoint/2010/main" val="1843519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6886575" y="346710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3886200" y="3467100"/>
            <a:ext cx="225742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8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3886200" y="2609850"/>
            <a:ext cx="22574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647825" y="3467100"/>
            <a:ext cx="149542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647825" y="2609850"/>
            <a:ext cx="14954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3A00C-3A99-46A2-9DA8-072FF8DB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0FED0-C8B9-46B3-8F32-3B45CA4A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657c55fe4479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3002D-6E6D-4D07-8797-A17136B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DAG 进度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31E82-2250-4711-9361-B524381B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剩余工作流比当前节点更重要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FE8A-E649-403B-BF86-E396F07D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C8970F0-E3B6-46A4-853F-C0727C4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497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n0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50A63B5-D724-4AA4-8BB6-0321FE5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497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n1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83DC9D1-63D2-4B24-8309-D4BA6990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497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n2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C861DE6-EBB0-439A-87ED-7B327907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95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n3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98226EB-EF3E-427C-AA2B-2F51EE1E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ED3F2-FEF4-4A9D-B8B4-3B4F951F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已完成前缀 n0、n1、n2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09223-8069-4C2E-AF74-BCDD4CB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05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当前 frontier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20DA6-0CAB-4D54-B989-CA764D3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053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后继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A6CA1-6E4D-4E31-A9F4-CBDF190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14994-CD2E-45E2-880D-04825BC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12 / 62</a:t>
            </a:r>
          </a:p>
        </p:txBody>
      </p:sp>
    </p:spTree>
    <p:extLst>
      <p:ext uri="{BB962C8B-B14F-4D97-AF65-F5344CB8AC3E}">
        <p14:creationId xmlns:p14="http://schemas.microsoft.com/office/powerpoint/2010/main" val="1687529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2714625"/>
            <a:ext cx="1952625" cy="7953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286250" y="2366963"/>
            <a:ext cx="1952625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BEC0A-0534-4C90-8BA7-ECDA2A4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EFE68-FA2C-42AC-88E2-1DDAB334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67655bb9645a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38E46-C203-4CB3-A78E-2E209DF0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typed cache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E360B-8BDA-40B6-B1AB-FFCAB932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资源必须按类型与兼容性记账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605DE-911F-43E0-905A-0C366DF2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00775A8-AC1E-4E32-8716-85847DE6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base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1A8A16E-336A-4522-AE31-5FE4E4D3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3048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A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74D51EE0-9A7B-4CC7-9658-4A7F537B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3048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B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486B313-8E58-4D2B-91C2-6C2D1741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9580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workflow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1802B-6B98-4C5E-8CFF-A800AD56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576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模型依赖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47DFD-4D12-4541-9F21-18DD670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86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状态对象单独计费与验证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2BF15-4D96-4B5B-B7CC-599C330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094F5-AC97-4006-BB7E-B93C9430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13 / 62</a:t>
            </a:r>
          </a:p>
        </p:txBody>
      </p:sp>
    </p:spTree>
    <p:extLst>
      <p:ext uri="{BB962C8B-B14F-4D97-AF65-F5344CB8AC3E}">
        <p14:creationId xmlns:p14="http://schemas.microsoft.com/office/powerpoint/2010/main" val="20056655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905875" y="3119438"/>
            <a:ext cx="381000" cy="500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905875" y="2667000"/>
            <a:ext cx="381000" cy="452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2694B-CDFA-4B9A-8C4B-92E263AA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976E0-6483-437A-A9F8-523FB97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fc0e0eeaa470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3962B-3453-4DD6-AF65-0F793EF8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成本定义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B7A4B-FF98-4090-AAA9-1AB94CC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增量准备只计算目标端缺失对象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A36AE-93D6-490A-A54A-EA4FC55A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1847F-4B7A-4E0A-BB3F-A59C2C4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复制表示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2B0D9CA-7FCF-4456-99AC-C6E15C1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047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A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63DEBDF-C8A3-425E-B186-E1E0A32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2047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AA33C-078B-4E3F-9146-4884200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共享表示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0C7B00B-3F01-48FC-93DA-4CBCA6F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2047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A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9727C4C-0F29-4DD0-B0AC-22D354D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04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A</a:t>
            </a:r>
          </a:p>
        </p:txBody>
      </p:sp>
      <p:sp>
        <p:nvSpPr>
          <p:cNvPr id="13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A230E72-E7BC-4EFD-AC25-A7D60F66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204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05150-7455-428D-979C-896B7032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862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两份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280D7-F0C0-4A3E-A894-05F74A55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86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24587-DFAC-4432-8CBD-4465BB9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ΔM 对目标端缺失的唯一对象求和，容量和驱逐仍需真实执行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7AB67-82E8-4594-86E8-C6F081E7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BB56F-CC6C-4955-A95A-7B3A876C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14 / 62</a:t>
            </a:r>
          </a:p>
        </p:txBody>
      </p:sp>
    </p:spTree>
    <p:extLst>
      <p:ext uri="{BB962C8B-B14F-4D97-AF65-F5344CB8AC3E}">
        <p14:creationId xmlns:p14="http://schemas.microsoft.com/office/powerpoint/2010/main" val="7276227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53525" y="30575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86500" y="30575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05150" y="30575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64ED1-C6A7-412E-B840-5C781B8D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D3C61-2198-4783-9624-09C2361C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deb9cc4bd490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4731-808C-4652-8172-5776560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898AD-0F84-4DAA-A0CD-32E87B9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目标端准备的因果顺序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712AD-A459-4D1A-BD56-6A9F5C72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96B32BC-D942-4712-8F0B-B8F93D4E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362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保存前缀 n0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BA3CC79-FF34-427E-A46E-30BCC738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57450"/>
            <a:ext cx="2362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版本 / hash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DC97334-9D5B-40A0-A2DA-9812E74A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2047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handoff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B49870E-9A7C-40D0-874E-3063BA7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574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 n1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55586-FC7D-41AF-B779-8FC5D419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38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提前付出传输与驻留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F6189-3D37-4F73-8730-4E228B33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238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收益在后继执行时兑现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C0604-98AD-4453-B43F-03E3315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1A62A-F234-4FC5-A019-FD6A6A7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15 / 62</a:t>
            </a:r>
          </a:p>
        </p:txBody>
      </p:sp>
    </p:spTree>
    <p:extLst>
      <p:ext uri="{BB962C8B-B14F-4D97-AF65-F5344CB8AC3E}">
        <p14:creationId xmlns:p14="http://schemas.microsoft.com/office/powerpoint/2010/main" val="7119124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2962275"/>
            <a:ext cx="4371975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962275"/>
            <a:ext cx="2181225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6086475" y="2962275"/>
            <a:ext cx="9525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3895725" y="2962275"/>
            <a:ext cx="2200275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704975" y="2962275"/>
            <a:ext cx="4391025" cy="1085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C6A6A-311D-4C85-8416-EA27C46A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81B24-B2EC-4733-B336-59A8CC81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0bfb349494c7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5B30A-94CF-4B48-8B85-FE62EFFD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动作合同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5B9EC-E908-42C6-BEB3-C6F78A5C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原型实际提供五种环境动作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71C73-9FDC-4AB0-8ACE-C3330D89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EB7BB28-1864-42BF-9663-5459D66A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控制器 + legal mask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78B8768F-9FC4-4CE1-883A-E1D719F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 当前填充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057A2CA8-E04C-41C3-BE6C-FCDB380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目的地预取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816AAD2-F25C-42A2-9709-8947E645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48125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车载回退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327F83B-5377-4658-9FC3-9A34F4C3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48125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不改缓存卸载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72E7BB0-2C6B-4CE2-805B-C0D90021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48125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handoff 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B887D-D9F7-4483-A131-3DAD290A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动作控制准备模式与时机，尚不能任意选择未来对象 bundle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2216E-D3C6-4BFB-832C-0E8157C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48C0D-A170-443C-B2C8-E48A00F2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16 / 62</a:t>
            </a:r>
          </a:p>
        </p:txBody>
      </p:sp>
    </p:spTree>
    <p:extLst>
      <p:ext uri="{BB962C8B-B14F-4D97-AF65-F5344CB8AC3E}">
        <p14:creationId xmlns:p14="http://schemas.microsoft.com/office/powerpoint/2010/main" val="16926416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98797-91CE-40FE-9226-1B596983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D1EA5-B2E7-4A84-B469-0821E556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087b698bc4b92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EE009-7C5E-450D-A427-8BDB6206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观察与权限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B8380-7C9A-46E9-830B-DF27A24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不能给方法额外未来信息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72382-D6AA-4DD5-9B2A-A2E281A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9FB12-6B77-4402-9C5D-0739224E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E3DB1-74BA-461C-A17C-EFE71E9C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可见：已提交 DAG、完成进度、typed 驻留、容量及因果预测。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69FCA-5710-4BD2-8210-B67D27DD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6F00A-A67E-4071-9049-C36ED43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不可见：未来真实服务结果与未发生的轨迹。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BC827-0849-4550-AC89-0C7C07CA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F65D4-3A3D-45A1-A791-EAD3710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所有比较方法应共享 observation、合法 mask 和动作权限。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E465D-C833-4E1B-8141-F18D145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A115F-7AD0-4DE0-9E53-EB3D376F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多策略头属于单一 controller，不等同于 vehicle/RSU 级多智能体。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97A79-E650-4C97-8935-B0200BDF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89659-303C-4A61-9900-288A19B6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17 / 62</a:t>
            </a:r>
          </a:p>
        </p:txBody>
      </p:sp>
    </p:spTree>
    <p:extLst>
      <p:ext uri="{BB962C8B-B14F-4D97-AF65-F5344CB8AC3E}">
        <p14:creationId xmlns:p14="http://schemas.microsoft.com/office/powerpoint/2010/main" val="1686510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143625" y="3162300"/>
            <a:ext cx="35147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43625" y="3162300"/>
            <a:ext cx="914400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457700" y="3162300"/>
            <a:ext cx="16859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857375" y="3162300"/>
            <a:ext cx="4286250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DE269-944E-4680-97F8-812FBE6F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DEC39-1F92-4873-9C16-4B8C92EF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01968383e47e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D3343-CA52-4E5D-BF35-CBEC2A71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0EE73-E8A2-4985-9779-651D2D2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首要终点是工作流完成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A74A1-A4DF-4BFF-98EF-FD3C396A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34FA518-B64B-456C-B361-01B8B71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主终点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workflow completion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4FC9CE83-D74E-4A02-BF75-A444C17E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 / 连续性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CFD9C31E-5802-4889-B640-77C48AB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91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传输 / 状态字节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84A9D65-59CD-4F0B-AA93-5BE98B92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91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backhaul / 占用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0EF4D09-9723-41D9-BE52-205463F3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条件延迟 / 覆盖率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12857-88A8-4EF2-919E-68F27E2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F8548-1BDB-4AE9-9D0F-A78D87A8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18 / 62</a:t>
            </a:r>
          </a:p>
        </p:txBody>
      </p:sp>
    </p:spTree>
    <p:extLst>
      <p:ext uri="{BB962C8B-B14F-4D97-AF65-F5344CB8AC3E}">
        <p14:creationId xmlns:p14="http://schemas.microsoft.com/office/powerpoint/2010/main" val="19419098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93F90-9412-43A6-A229-5FB66020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7ABBB-6FAC-4BFA-9F1D-57418AF5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7b5a0b4a04f62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09C39-8DB4-4E06-ABDF-A45D762C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93C19-60FE-4A5F-94F8-512763D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控制器与正确性边界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DEC68-EB24-4124-A512-C371F81D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FF72F-D9C9-413E-B8D4-AAE7A6D4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机制信息如何进入策略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0D7B9-23A4-4809-99FD-7C24B6BA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三头采样如何映射到五动作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D52B5-1344-463E-A1DA-C879D3A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 PPO 更新必须匹配行为分布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19CFA-963D-45F2-8CA5-00E90B43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52005-B525-418B-BF82-E0E6AE9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19 / 62</a:t>
            </a:r>
          </a:p>
        </p:txBody>
      </p:sp>
    </p:spTree>
    <p:extLst>
      <p:ext uri="{BB962C8B-B14F-4D97-AF65-F5344CB8AC3E}">
        <p14:creationId xmlns:p14="http://schemas.microsoft.com/office/powerpoint/2010/main" val="11883206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124200"/>
            <a:ext cx="4324350" cy="1114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124200"/>
            <a:ext cx="2133600" cy="1114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38850" y="3124200"/>
            <a:ext cx="57150" cy="1114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848100" y="3124200"/>
            <a:ext cx="2247900" cy="1114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657350" y="3124200"/>
            <a:ext cx="4438650" cy="1114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8A473-05C6-4A87-B30F-8230A19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36C21-097D-483D-8DC9-0EF2F9A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ce884b4b94d6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32910-246A-4DDB-9511-8536C089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5C4B8-830F-4FD3-861E-367F0213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控制器输入增加 28 个机制特征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A9689-E664-4AFB-AEF9-33F69795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68727140-23FF-4261-970E-0CC58070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模型依赖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078719C-2048-44A0-966F-E501751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098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容量与驻留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E0BB885-CC18-4A9B-B216-800BA431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098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剩余 DAG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3777646-3B40-46BA-B2D9-9D56BEC1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098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预测目的地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0C5DC3D-4670-4D38-BD0A-F690A352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098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状态就绪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DADDB66-6C33-4CF8-994D-599C3326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38625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 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E453F-D475-4B9C-913E-EF77D276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28 个机制特征按上述信息类别组织，额外信息本身不是算法收益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CDC7A-DE25-4172-9DE0-49ED1EFC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83459-6C2B-4C82-9AF5-67C931F7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20 / 62</a:t>
            </a:r>
          </a:p>
        </p:txBody>
      </p:sp>
    </p:spTree>
    <p:extLst>
      <p:ext uri="{BB962C8B-B14F-4D97-AF65-F5344CB8AC3E}">
        <p14:creationId xmlns:p14="http://schemas.microsoft.com/office/powerpoint/2010/main" val="13022156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333625" y="4638675"/>
            <a:ext cx="528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00875" y="35433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67250" y="3543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33625" y="3543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286375" y="2447925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33625" y="24479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916564-95E5-449F-B129-8493BB18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48C91-CED1-4D1E-9623-EC4EF68C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78d74919a411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3FA9F-EAA8-4849-B0A3-416608CB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D0EA6-3E91-444B-A5D9-8995413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三头概率对应五个环境动作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47573-5195-43CA-BF91-19B55266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1B7B345D-6F75-4F2F-89B6-F474A16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57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21B233E-259E-4082-B8E8-F342DB2F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24075"/>
            <a:ext cx="157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43283FA-FFFB-4218-8FCE-0B45D9FB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24075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动作 0 / 1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1209B6CB-2792-4A1D-B32F-4AFC124C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57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13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DE19363-D8D3-4676-82C5-B3FB14D3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19450"/>
            <a:ext cx="157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</a:t>
            </a:r>
          </a:p>
        </p:txBody>
      </p:sp>
      <p:sp>
        <p:nvSpPr>
          <p:cNvPr id="14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025BA4D-BBE0-40C2-A8E2-DC105441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157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</a:t>
            </a:r>
          </a:p>
        </p:txBody>
      </p:sp>
      <p:sp>
        <p:nvSpPr>
          <p:cNvPr id="15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4C437C19-055E-4B79-8BE8-14FA4246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动作 2 / 3</a:t>
            </a:r>
          </a:p>
        </p:txBody>
      </p:sp>
      <p:sp>
        <p:nvSpPr>
          <p:cNvPr id="1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DBD600D-3C6D-49C5-9CFF-F520F7CA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57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2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6073F60-D7B3-4352-AD27-DA83417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14825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动作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BD718-51F1-4980-A954-90061BC6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 更新必须以最终五动作的 masked 概率为准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F9B9A-44E1-44CE-9857-D0B3545A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450A1-2552-4A79-AFBD-9B8B2EB3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21 / 62</a:t>
            </a:r>
          </a:p>
        </p:txBody>
      </p:sp>
    </p:spTree>
    <p:extLst>
      <p:ext uri="{BB962C8B-B14F-4D97-AF65-F5344CB8AC3E}">
        <p14:creationId xmlns:p14="http://schemas.microsoft.com/office/powerpoint/2010/main" val="12314763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19975" y="274320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29000" y="27432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699AE-9220-42E8-8E3C-FBD36F39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695FC-9196-41AD-BD92-1228D8D5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3df91852b408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BD3B3-61A0-4A23-8462-7E2790C3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4E892-66DF-40C7-BEFD-6B9E3DE9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合法动作屏蔽后的行为分布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40929-AFB8-4AEA-8D17-6B2D7BB7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D2A7EB1-32F9-4803-86D6-7214181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未屏蔽概率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p₀ ... p₄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543F6D2-EBBC-485C-81CC-4FDA8734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050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合法性 mask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m₀ ... m₄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DB9E676-C6E8-4F25-83AD-02571CC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050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行为概率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πₘ(a|x)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249A4-E953-456F-997E-DCD8CF6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48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逐动作相乘后归一化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3C8F2-BFA1-49C8-8778-F969277A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单一合法动作时，分布固定，直接 actor 梯度为零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C6803-6B86-4700-8B18-CE1FDADA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C43DB-E34E-4156-ADEC-36A47EF9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22 / 62</a:t>
            </a:r>
          </a:p>
        </p:txBody>
      </p:sp>
    </p:spTree>
    <p:extLst>
      <p:ext uri="{BB962C8B-B14F-4D97-AF65-F5344CB8AC3E}">
        <p14:creationId xmlns:p14="http://schemas.microsoft.com/office/powerpoint/2010/main" val="11510690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1B3FE-C058-46BB-A943-6370776D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A70F5-6748-4D6A-9E55-2C54C894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b314abe25469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9E06B-4590-47D7-A957-95FF68C5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数学审计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63BB4-3E5A-4E30-BEC7-5B101C9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旧 head surrogate 与行为策略不一致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6D9CD-4893-49D7-80E5-95693030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CDD23-E3A4-41AE-96CA-8955BFE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F8889-0752-4B2B-BB71-DD9FE98B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枚举 31 种非空 mask、全部合法动作、4 组 logit 与两种 advantage 符号。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041A6-A892-4602-A5F6-F967C365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F660C-026D-4488-BC9A-3931CDD4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640 个受控案例存在 objective 或 gradient 不一致。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F8D92-24C2-4AB0-92B2-D7A2D1CD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9673-1924-473B-B2C3-0D986E12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该反例否定一般等价性。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91A6A-B3BB-4B35-9367-D07DE4CB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10222-9FA7-4E85-A3DD-8A56795A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它不能推断修复后完成率一定改善。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FFE6F-392E-45D2-9A28-45673FBD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720E7-3BEC-4E95-9C1E-904620E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23 / 62</a:t>
            </a:r>
          </a:p>
        </p:txBody>
      </p:sp>
    </p:spTree>
    <p:extLst>
      <p:ext uri="{BB962C8B-B14F-4D97-AF65-F5344CB8AC3E}">
        <p14:creationId xmlns:p14="http://schemas.microsoft.com/office/powerpoint/2010/main" val="9368958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DB54-5E61-4DE0-A6A7-F710B2EB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C4311-B6CA-42ED-A2D0-EA29056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5970eb55f4a0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A8739-07E5-483C-BFD3-2D1AFC12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方法边界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F7FA8-1FF7-497B-AD99-AF3B56AD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正确性修复是实验前提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CEECE-92F5-4660-B8BA-9704E44B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DCE63-D973-43F8-87D0-D578CE9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D8B9F-EB79-4971-8FC1-40EC89CF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先使采样、log-prob、mask 与 PPO 更新使用同一环境动作分布。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375F1-738E-4CF1-B8A3-A97DC2D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CC733-6AC6-4C60-9F97-6F4252D7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用概率、ratio、梯度和单合法动作负例验收。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0A496-9702-4EF4-8180-EFFB0F3A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34E49-1FDD-4F71-AA55-D26AB8D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再在固定协议下重训并与平坦 PPO、公平规则比较。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D75C0-A2E3-4CB7-A7A5-CA96274D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2F2BD-0458-43B3-B7D2-A80F86CD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一致性成立也不自动构成新算法贡献。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034AC-A34D-4A71-AA0C-33BD476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C94E0-E5B1-4306-97C9-30A776E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24 / 62</a:t>
            </a:r>
          </a:p>
        </p:txBody>
      </p:sp>
    </p:spTree>
    <p:extLst>
      <p:ext uri="{BB962C8B-B14F-4D97-AF65-F5344CB8AC3E}">
        <p14:creationId xmlns:p14="http://schemas.microsoft.com/office/powerpoint/2010/main" val="17132928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AB098-257E-46CD-AAD5-8CBCFB3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ED40-DDC0-4A77-BAD1-BB354F46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3e1f6194742d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EDCE6-C490-45E4-B919-54682EE7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53A9B-4976-4668-A8C2-572CCC29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实验设计与统计协议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BF276-5ADB-47E3-9619-FF47D8A8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086EF-36F5-408E-8466-07463A73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真实轨迹与受控映射的边界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AFB7E-2AC7-4DB8-B913-A0A3C424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机制实验先于算法比较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E341E-1F51-40B0-B6B8-7EA0BD8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独立窗口与公平基线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D9471-4666-48F6-B562-922BC010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F9604-F4C1-44AF-A25E-82C704C1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25 / 62</a:t>
            </a:r>
          </a:p>
        </p:txBody>
      </p:sp>
    </p:spTree>
    <p:extLst>
      <p:ext uri="{BB962C8B-B14F-4D97-AF65-F5344CB8AC3E}">
        <p14:creationId xmlns:p14="http://schemas.microsoft.com/office/powerpoint/2010/main" val="17706077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6115050" y="3505200"/>
            <a:ext cx="32670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809875" y="3505200"/>
            <a:ext cx="33051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43287-DC30-45FF-B9EF-1F8AECB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89276-56D2-44AA-9B16-6E00B47F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b2974235b4f4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F20BB-4A55-49B9-8A4A-359BAC1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C5047-CFAE-413E-AB5E-60F1DD03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 与 Alibaba 的融合含义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CE612-0CC7-4D5F-937C-4AC7B98A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1AD106B1-75AC-4785-AA80-88C07E86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mobility 轨迹与原始区间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850A264-53EB-4A72-B7E4-0D17A79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Alibaba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拓扑与任务类型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F8A13B6-C5DF-4B15-9641-20B1BEB9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9100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受控模型 / adapter / 状态映射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16534-51C9-40FC-B349-2DDFF56E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融合后仍是 trace-driven simulation，不能称车辆 AI 请求的联合实测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FA198-813D-48CE-85F1-C267C3D1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2425B-F772-4785-9A62-DD524E0B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26 / 62</a:t>
            </a:r>
          </a:p>
        </p:txBody>
      </p:sp>
    </p:spTree>
    <p:extLst>
      <p:ext uri="{BB962C8B-B14F-4D97-AF65-F5344CB8AC3E}">
        <p14:creationId xmlns:p14="http://schemas.microsoft.com/office/powerpoint/2010/main" val="8004288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AC13D-90EF-4A47-896D-22424A44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29C8-91B0-4A4D-8445-2641A99D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38897df9a484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48340-F268-4A0C-B866-9E09343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数据贡献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55A08-1966-40DD-B788-71A5B550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新工作负载数据仍处设计阶段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00D69-8956-49EA-8369-56D9C46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0C734-40B0-4E97-82D5-4362F155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20CC1-6337-4E46-80E2-1784C0B5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需分开记录 measured、literature-supported、derived 与 assumed 字段。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AD20F-E1D5-4424-B412-8C212EA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15B57-EFC4-4337-97CF-96014537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先验证小型可执行任务模板、模型兼容性与状态成本。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4E6D6-C55F-44A3-BF3C-33799412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A2176-FEED-4A63-B8D5-FB6F0C99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需要独立真实性检验、负对照与许可审查。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AFAE1-1492-4E39-9B47-C15499F9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76DB0-F158-4E3B-AEA3-9FC40DCB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 generator seed 不能代替未用过的真实轨迹。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E2FB1-CA71-42D8-ACBB-652E1DF8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A4BAF-F487-485B-9BC7-C6E9C735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27 / 62</a:t>
            </a:r>
          </a:p>
        </p:txBody>
      </p:sp>
    </p:spTree>
    <p:extLst>
      <p:ext uri="{BB962C8B-B14F-4D97-AF65-F5344CB8AC3E}">
        <p14:creationId xmlns:p14="http://schemas.microsoft.com/office/powerpoint/2010/main" val="12027427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18BE7-D021-4BE4-AA3F-2D7295A6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54BF6-1B12-4477-AFE1-3A998C46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29fd5976a4f25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F88AA-4387-4B12-BA6E-BD3EDF2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0A274-1F63-4F38-87CC-D8D12C3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2×2 必须先于策略晋级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6BC5D-39F0-4151-9238-C00A928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826E4-5737-4DC1-8577-FBD9AF1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执行状态迁移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416EB-5B6B-4BA5-9462-C8CD9266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关闭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77FA8-3A04-454B-BF6D-865537BB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开启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31C55-A0B7-4E05-8C7A-15021E59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共享 base 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B06D9-98EB-4D3E-B819-177DE17B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共享 base 开启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DCA3970-FFC6-42DA-B71F-1F0E1DD5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都关闭</a:t>
            </a:r>
          </a:p>
        </p:txBody>
      </p:sp>
      <p:sp>
        <p:nvSpPr>
          <p:cNvPr id="13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18DBB580-E7E7-41BF-B11B-ABAA532A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只迁移</a:t>
            </a:r>
          </a:p>
        </p:txBody>
      </p:sp>
      <p:sp>
        <p:nvSpPr>
          <p:cNvPr id="14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EFE5BEF-7B7B-4C2B-97FF-97F1EC75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只共享</a:t>
            </a:r>
          </a:p>
        </p:txBody>
      </p:sp>
      <p:sp>
        <p:nvSpPr>
          <p:cNvPr id="15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7069F09-3935-470D-87E7-56B58445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同时开启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38414-EB26-4AD9-81D2-ED2A6A7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BED72-F7C0-4AD6-8A2E-F824BBB2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28 / 62</a:t>
            </a:r>
          </a:p>
        </p:txBody>
      </p:sp>
    </p:spTree>
    <p:extLst>
      <p:ext uri="{BB962C8B-B14F-4D97-AF65-F5344CB8AC3E}">
        <p14:creationId xmlns:p14="http://schemas.microsoft.com/office/powerpoint/2010/main" val="15591089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2FB89-834F-4832-B5D6-D5271DD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11716-43E4-43D6-B9E7-BA009DE1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881045ec44985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98754-5BAC-477F-8AD8-64E23E9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强基线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041F3-83BC-4397-B1F3-A1DADA6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算法比较的最低公平条件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0B199-E5CD-47D8-B39F-6E8F8A30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05D1E-0ED2-4DC3-B792-EA189AC3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2749B-8C75-485E-966F-3513CB6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比较 dependency-aware heuristics、同信息平坦 PPO、两步确定性规划。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D3A80-818C-47DC-844B-5098D346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C2699-1299-4177-A55B-B5F71A50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 observation、五动作 mask、训练 interaction 与更新机会。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09C0F-3F27-4FD3-8C8A-EB4FCC16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8642C-BEB5-4C6C-9D32-AD2297ED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 checkpoint 选择与搜索预算，记录实际 update 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AD5CE-F7C8-4150-B0EE-4421AE67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417F3-C19F-48F7-B716-6930BBE6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短期规划不得读取未来真实轨迹。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F4828-DB2C-4ED1-AB17-6C9E3F9F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CDB31-441C-4DF7-A2C7-82C1F9A8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29 / 62</a:t>
            </a:r>
          </a:p>
        </p:txBody>
      </p:sp>
    </p:spTree>
    <p:extLst>
      <p:ext uri="{BB962C8B-B14F-4D97-AF65-F5344CB8AC3E}">
        <p14:creationId xmlns:p14="http://schemas.microsoft.com/office/powerpoint/2010/main" val="19217858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1F957-728C-4E4C-855C-CE3E34FD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0D72E-F59B-4B85-A614-EB8E9BAE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bb91480d145a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41818-9C10-4531-901A-6D122C7D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统计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99E4B-5380-45F8-99C3-DED3903B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外层样本是原始时间区间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05698-49FC-4CD4-B44A-C0EA4C4F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0A24F-FCFE-40D3-BFB2-D30A289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88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原始 frame / time interval（示意）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8B1A880-467C-4563-BF93-1BBD0E1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窗口 A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F09E2A7-0BC6-4BB2-9D9B-28E5EDB5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窗口 B：与 A 重叠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65D55493-AC1F-462A-BBC2-8F93C646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61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窗口 C：独立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29657-EB44-4ACA-B5D2-CC4487F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 与 B 不能作为两个独立外层 cluster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D8AEF-7C93-4F3D-810A-29E80B5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C9F1E-D79A-4747-9BBB-E35E1AFF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30 / 62</a:t>
            </a:r>
          </a:p>
        </p:txBody>
      </p:sp>
    </p:spTree>
    <p:extLst>
      <p:ext uri="{BB962C8B-B14F-4D97-AF65-F5344CB8AC3E}">
        <p14:creationId xmlns:p14="http://schemas.microsoft.com/office/powerpoint/2010/main" val="21406368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DE858-72B9-43A3-8451-3BCAE52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084AD-5FC8-4E27-A8CD-A4F773FB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14a421d39486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B3EB6-F8E5-40BD-A0B3-D8F901A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第五部分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8CB31-2591-4BEE-ACE2-86D9FA41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已有证据与反例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28FCB-A864-4151-BAE4-8263D7D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C3BD5-398C-4C3A-855A-9F6183E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开发矩阵：方法比较的真实含义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27028-734C-445E-BD09-E1B9088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A/B/C：可确认什么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F7A92-2376-47BE-A969-411AEADB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 与旧基线的审计限制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3EC58-9F09-4B5E-B84C-D253621D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B3D4B-A10B-4614-BAB8-723D9BB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31 / 62</a:t>
            </a:r>
          </a:p>
        </p:txBody>
      </p:sp>
    </p:spTree>
    <p:extLst>
      <p:ext uri="{BB962C8B-B14F-4D97-AF65-F5344CB8AC3E}">
        <p14:creationId xmlns:p14="http://schemas.microsoft.com/office/powerpoint/2010/main" val="10741876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D3DC7-AF5F-4443-B4E3-FD5F880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4E1D9-F858-4D77-B3A8-29129CA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ecf13f6844a3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A6543-1CD6-442D-8280-303F8C4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开发证据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484CD-3384-4995-9E58-686AF823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开发矩阵：workflow 完成率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89308-5FF4-4B54-A1D5-1D85BF8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8096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997ec07e694a3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57699-699C-45FE-AA52-0D9FC8F2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52725"/>
            <a:ext cx="214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47A67-B4AC-4A19-930C-2033AD56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214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BD54E-0EF6-4BCD-B85A-3B794F6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14775"/>
            <a:ext cx="2143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开发集完成数最高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3F32F-8262-4D7E-8976-EC835E7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仅 3 个原始 outer windows，不能用这组开发数证明独立优势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BA314-12B1-483E-89F5-7672A83D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E50DB-B6CC-4EF0-99F4-0DC89EA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32 / 62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4997-7C5D-4812-9855-87736C6F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数据口径与限制见演讲备注</a:t>
            </a:r>
          </a:p>
        </p:txBody>
      </p:sp>
    </p:spTree>
    <p:extLst>
      <p:ext uri="{BB962C8B-B14F-4D97-AF65-F5344CB8AC3E}">
        <p14:creationId xmlns:p14="http://schemas.microsoft.com/office/powerpoint/2010/main" val="5358602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7F8F2-8D33-47C2-B881-788AA35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C3592-5A22-4891-8EAF-B003F0E5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45b8365d04d7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F8A36-1E20-4980-BB37-60FC156E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开发证据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8277F-F2A6-4946-BBB5-EF2A718D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低总传输不等于更高效率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368A5-E3E5-417A-8DA4-0F352AD9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42950" y="2181225"/>
          <a:ext xmlns:a="http://schemas.openxmlformats.org/drawingml/2006/main" cx="81915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fe20ce6efd426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CCAD0-B8D6-4BC4-89D8-ADA7F97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241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7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+34.222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04890-7C1E-4879-84FC-C50CE5A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766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MB / 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51A80-8D2F-45BE-98DF-2FD6D227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8862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 高于 PPO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56116-8F20-4858-BBB1-6B3B809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分母保留所有失败 workflow 已经发生的传输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7D46D-964A-454F-82CC-3E6036BE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C3396-4A04-4D23-8CA5-ECC6F34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33 / 62</a:t>
            </a:r>
          </a:p>
        </p:txBody>
      </p:sp>
    </p:spTree>
    <p:extLst>
      <p:ext uri="{BB962C8B-B14F-4D97-AF65-F5344CB8AC3E}">
        <p14:creationId xmlns:p14="http://schemas.microsoft.com/office/powerpoint/2010/main" val="6011289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854B6-F361-40C3-B71D-EAD08C6E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3929-C864-4443-8B7E-91396BAC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51c5496ec430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31D5D-E864-49F6-8400-80F53843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容量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8CE6C-9917-4D7C-B7AA-DF58069A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开发容量对照没有形成有效压力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47183-6D33-439D-BFAC-1BB62592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C8D9D-23E1-4047-A319-33D2C21B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81E4B-52EE-4A5C-8B11-9EEAF052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280 MB 与 360 MB 两档主结果相同。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773DA-61CE-4860-97DE-EBD8332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5DBA3-0C42-4E06-8C91-23EE0FF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审计轨迹中没有 eviction 或 capacity rejection。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AC38D-16FC-43B1-BC8B-5B350986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4896E-1CA1-409B-967B-89411CB2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因此无法证明容量约束下的鲁棒性。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6B14A-0FAE-4137-BAE5-D6205685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A31A6-27C5-4C65-8098-9D87F4A2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后续应预先设计真正绑定的 working-set 区间。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8353D-9791-4B07-B225-409ABBD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48A3B-1BCC-49DB-AB81-9522DB2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34 / 62</a:t>
            </a:r>
          </a:p>
        </p:txBody>
      </p:sp>
    </p:spTree>
    <p:extLst>
      <p:ext uri="{BB962C8B-B14F-4D97-AF65-F5344CB8AC3E}">
        <p14:creationId xmlns:p14="http://schemas.microsoft.com/office/powerpoint/2010/main" val="181711555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C7905-C6DE-4882-89E7-D8E61E02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F9416-8FCA-4E2D-974A-BCAF502F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3eb68b2c6427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39EA3-7FF9-4F3C-8695-DD252A7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68248-4580-4878-8A2F-04333C81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共享缓存四配置：同为 72/72 成功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86518-4E65-4CCF-BED9-9239BD3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42950" y="2057400"/>
          <a:ext xmlns:a="http://schemas.openxmlformats.org/drawingml/2006/main" cx="885825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55b264a588445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FFD1A-377C-43A2-A817-E866146D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72 / 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8E096-CF31-4EFE-81B0-17C45249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81350"/>
            <a:ext cx="1762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四臂完成量相同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B7977-66B2-4DC0-B98F-B1AE8C04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100 Mbps 串行时间模型是分析值；图中的传输来自 native synthetic 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8E9E6-09DF-48A2-BE6F-2FD324F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8E8B5-7B25-426D-9E02-3E461E9D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35 / 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AA2BD-A446-41C1-8225-6FE62E6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数据口径与限制见演讲备注</a:t>
            </a:r>
          </a:p>
        </p:txBody>
      </p:sp>
    </p:spTree>
    <p:extLst>
      <p:ext uri="{BB962C8B-B14F-4D97-AF65-F5344CB8AC3E}">
        <p14:creationId xmlns:p14="http://schemas.microsoft.com/office/powerpoint/2010/main" val="1155544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333875" y="5129213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524125" y="5129213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33875" y="30003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24125" y="30003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708A5-CA2A-4FE7-9D9B-3925843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71B06-30F5-494F-AF5C-AB417425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15c02ccf7427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D4865-4793-4720-B559-B7DA0076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32BE2-7FD9-4550-AAA5-206891D7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顺序激活了共享 base 的收益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C456C-32AA-4A14-93A5-D0FD7E36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426B6-94AD-4F76-9E37-34F966E2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62150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blocked 顺序（示意）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890CCA1-41C5-4533-8316-0FBD6CDC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479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 / base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7EECD1B-53B2-4422-86E0-D238918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479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 / adapter 2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6D5C20B1-CA87-493C-857B-7100FF72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 / adapter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E3F85-46EE-4763-AE8C-6F34F872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连续复用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1EDA4-1EB8-442A-86F0-4336B3D0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57675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interleaved 顺序（示意）</a:t>
            </a:r>
          </a:p>
        </p:txBody>
      </p:sp>
      <p:sp>
        <p:nvSpPr>
          <p:cNvPr id="15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3027529-6A27-4AF0-8CAB-46A69F7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16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411005E-B2AC-4871-AF9F-D84F0264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196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EC58DBF-C142-4051-BB15-3CDED5F1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96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18D7F-BB7A-4325-B0F3-1E9F365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 family 被插断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E6A01-F2D6-4FA8-A522-9409C182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E1451-F680-4283-8E64-F14D9F8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36 / 62</a:t>
            </a:r>
          </a:p>
        </p:txBody>
      </p:sp>
    </p:spTree>
    <p:extLst>
      <p:ext uri="{BB962C8B-B14F-4D97-AF65-F5344CB8AC3E}">
        <p14:creationId xmlns:p14="http://schemas.microsoft.com/office/powerpoint/2010/main" val="19265610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62850" y="299085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299085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E4F9B-9F00-4A1E-AC63-8A72527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4AD00-1031-41EA-BF2D-CA9C2DA5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9124a7ee141f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59CDB-BD8B-4D5F-8AE1-2BEFBFC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9CC66-40B4-487B-ACCE-95942950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四独立进程验证两节点后缀恢复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02370-5685-4B52-96DB-54B8A20F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CB459458-94F7-4C92-B4EF-A092B01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source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 n0 并保存状态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11B4D98C-E7F8-497A-8384-69719F10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state package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2,040 B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F48BF92-2264-4FF5-BA17-A340F8B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recovery target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只执行 n1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4805C-AFA9-4072-8F14-1425FF7F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529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对照：restart target 从 n0 重跑至 n1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B2A34-25DB-4B72-A26B-A8750718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四独立进程、相同模型与输入；恢复端不读取原图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258F5-03EA-40CB-956A-FDAB805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83EC8-442B-432B-A4B3-F8FB1E70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37 / 62</a:t>
            </a:r>
          </a:p>
        </p:txBody>
      </p:sp>
    </p:spTree>
    <p:extLst>
      <p:ext uri="{BB962C8B-B14F-4D97-AF65-F5344CB8AC3E}">
        <p14:creationId xmlns:p14="http://schemas.microsoft.com/office/powerpoint/2010/main" val="201741749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D46C8-8892-4FDD-A0B2-B118EFA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3991A-3F16-4591-9082-FFCC18AF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e0eaa050e432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A6F03-C59B-4FF8-89EC-9B0159A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7D97F-5603-4E1D-B688-DDD491D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单次同机时间与动态字节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A2017-C7D5-4724-90B6-520AD45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85725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57d1dc18b04ab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21F1A-F84A-4579-ACFA-7B25ACF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62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11.134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D9DD0-CFA3-4150-B365-3C512F7F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43275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恢复比重跑少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F9000-932F-4513-AE6C-9759981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单次同机观察，模型已预存，真实网络传输为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90453-06BE-4187-A0E5-1CE6B72B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EB07D-0906-4FFD-BCF3-1A25A102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38 / 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67F8C-785F-42FA-9194-607E3A1B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数据口径与限制见演讲备注</a:t>
            </a:r>
          </a:p>
        </p:txBody>
      </p:sp>
    </p:spTree>
    <p:extLst>
      <p:ext uri="{BB962C8B-B14F-4D97-AF65-F5344CB8AC3E}">
        <p14:creationId xmlns:p14="http://schemas.microsoft.com/office/powerpoint/2010/main" val="6893791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D9A24-941E-4D34-956A-DED66A27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91C9E-0D0F-4EF4-83F8-6DA11B37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f787007c0442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FEECD-9BB1-42EE-A623-A9CBEC8C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5D035-ADA3-432E-90A1-AE5010DB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恢复见证仍有明确外推边界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9C49E-CBD8-40CF-95D3-433BF803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92930-AA13-4059-A6CA-082264DF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CF1BE-0ED8-4875-92C1-BC8DB6D2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 2,040 B 是显式文本应用状态，不是完整 runtime/KV 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C25EC-8D14-4747-AAE3-09C80942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F2178-EA02-4998-88A4-3FEB2F7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固定模型资源已预存；真实无线传输与 RSU 排队均未测量。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5F5C8-770C-4655-BAD3-1C8CF0FB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7AE66-C2B3-4EFD-94C5-0DD012B3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任务输出没有可靠标签，语义正确性仍 unavailable。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440E5-CDD3-4B16-AFA2-8A66737A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548ED-165B-4BF3-9894-5A3990F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production action 4 尚未调用 export/import 接口。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F45F9-FF5A-4C7B-A521-A747DF90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F7629-38ED-46B0-8BEC-09A82DC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39 / 62</a:t>
            </a:r>
          </a:p>
        </p:txBody>
      </p:sp>
    </p:spTree>
    <p:extLst>
      <p:ext uri="{BB962C8B-B14F-4D97-AF65-F5344CB8AC3E}">
        <p14:creationId xmlns:p14="http://schemas.microsoft.com/office/powerpoint/2010/main" val="7135408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115050" y="3143250"/>
            <a:ext cx="4029075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115050" y="3143250"/>
            <a:ext cx="1266825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619625" y="3143250"/>
            <a:ext cx="1495425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57375" y="3143250"/>
            <a:ext cx="4257675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770EE-759E-49D4-A127-A2C11C7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1A7C6-7338-4389-893F-74C7C60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242f8cdd643e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466F8-39E5-4BF2-896F-9A642BCA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92715-62E1-4390-896C-B4492647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 个预冻结设计点比较三种规则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A5527-EF3F-4F57-9FF6-BDB6F36B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D27DD08-D882-4A7C-B981-C2EA27A7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on / off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A6122FD-01D4-4EC5-B980-C7F89CCE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容量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136 / 320 MiB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1C340B9F-6124-45D6-8424-57D3C99B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尾部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short / long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57095031-4ACF-4ABC-BB3A-3D1576F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2,040 B / 160 MiB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A267F43-1657-4B9D-96CC-335BCB59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95775"/>
            <a:ext cx="4095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 个预冻结 design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0F3F3-96BB-4CD7-A8BF-128B22B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C 当前规则、T 两步规则、F 完整枚举均使用相同 legal mask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C746D-3FD1-4035-9163-6F029EE0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73E2C-B39D-475E-99E8-0042573F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40 / 62</a:t>
            </a:r>
          </a:p>
        </p:txBody>
      </p:sp>
    </p:spTree>
    <p:extLst>
      <p:ext uri="{BB962C8B-B14F-4D97-AF65-F5344CB8AC3E}">
        <p14:creationId xmlns:p14="http://schemas.microsoft.com/office/powerpoint/2010/main" val="5544351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ED7A5-AFF6-418E-99C8-C8B9DD13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9CB58-44A4-4E1A-BED8-6B7F3A0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9768d168041d9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33B0A-101D-4820-9BEF-4D3D299C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AA896-BA85-4A8A-A580-E013181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完整枚举换来更少失败，也付出成本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D7756-6498-4C1A-8786-1E0B7B87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0534F-9A4F-403A-BD25-48E13025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47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当前 / 两步规则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7708B-E523-4DBF-9B2A-5665A0FA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479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完整枚举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12F9B70-C033-43FC-9F9C-AC8779B5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86075"/>
            <a:ext cx="400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次服务失败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额外状态字节 0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D85D914-24FD-40D2-AB6E-E52CA3A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400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 次服务失败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额外 2,040 B 或 160 MiB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AEC22-6058-4CAB-B420-626CF4C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720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同样的 workflow completion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DACC7-3FDC-4F39-BB08-25F861A4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这是失败数与状态成本之间的 Pareto 交换，不是统一胜出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2A9D7-A7D2-4D36-8576-B673AF3D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CCF80-8570-48CD-814E-D9EDDF3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41 / 62</a:t>
            </a:r>
          </a:p>
        </p:txBody>
      </p:sp>
    </p:spTree>
    <p:extLst>
      <p:ext uri="{BB962C8B-B14F-4D97-AF65-F5344CB8AC3E}">
        <p14:creationId xmlns:p14="http://schemas.microsoft.com/office/powerpoint/2010/main" val="175284602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B3E2D-5C8E-43BA-AA87-7BB802C9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C40CE-B555-40A5-ADE2-790417E6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be3e6a74a496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CCB8C-1B9C-4DB5-A9BA-57A9F0EF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机制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53563-21E2-4318-96C2-A96C7658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当前差距更像局部规则覆盖缺口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0FBD4-83F8-4A49-A9B7-55047609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172B9-C996-4F3B-9D12-8AFAFDE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1FD69-8E0A-4CA8-92DF-54288BFE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C、T、F 在 12 格的首动作相同。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CD142-4AD5-4B0A-8737-4B5ECC7B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86D94-D706-48EC-9C81-42389E33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差异出现在第二步是否为 handoff 选择 action 4。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9C89B-4924-4FE2-82B4-4590FA5D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53413-D937-4C99-993F-22989763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既有两步规则只在下一节点复用同一 adapter 时选择预取。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2FD98-F95F-4206-96CC-B1582825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AE618-E878-4DF8-8765-BC5F31D7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尚无证据表明更长未来信息或 RL 是必要条件。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19DDF-E118-4FFF-A94E-73C56F92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BE9B8-2B82-4626-B9A7-8F4C4B7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42 / 62</a:t>
            </a:r>
          </a:p>
        </p:txBody>
      </p:sp>
    </p:spTree>
    <p:extLst>
      <p:ext uri="{BB962C8B-B14F-4D97-AF65-F5344CB8AC3E}">
        <p14:creationId xmlns:p14="http://schemas.microsoft.com/office/powerpoint/2010/main" val="22331098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35529-DF83-4B5E-AE78-6DB223C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278CC-6DC4-4FA8-BC29-91AF13F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c3c88c22346d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95690-C97D-4261-A8C6-C093C87E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旧 formal 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F19A-B2FE-4724-A5C0-14036223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 完整性不等于性能胜出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67C7B-71FA-4A4E-854A-4BC6CCC8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42950" y="2181225"/>
          <a:ext xmlns:a="http://schemas.openxmlformats.org/drawingml/2006/main" cx="866775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2ddb232e694a1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81C78-2BDF-4F34-B2E4-8A0AF75C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765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84 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0CB91-C6AB-4798-A1EA-796CF2F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43275"/>
            <a:ext cx="1752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窗口级 Holm 后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无显著项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E141F-570C-4EBB-8B42-FA6F4088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G14E07 gate 仅证明 formal-only 完整性；12 contradicted 不能称显著劣势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FF9CA-F8D3-4467-AAC8-4DC94C46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9C3E6-6B40-49AB-87DD-5111189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43 / 62</a:t>
            </a:r>
          </a:p>
        </p:txBody>
      </p:sp>
    </p:spTree>
    <p:extLst>
      <p:ext uri="{BB962C8B-B14F-4D97-AF65-F5344CB8AC3E}">
        <p14:creationId xmlns:p14="http://schemas.microsoft.com/office/powerpoint/2010/main" val="12696032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26C21-B976-41FB-84C0-10E5524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2C64E-EAA6-4F47-814E-95008A0A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a49c548c1426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EBC5E-1948-4B65-A8BE-6EEEFAA1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旧 v70 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BF9E8-FA6E-43CA-BA67-4C499D7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奖励排名不能当作强基线证明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0D8F6-0DE7-4E30-AA60-40BF50E2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185CA52-B21D-44EE-A2D5-72F9D0FF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4238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冻结计划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Peachtree windows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C0D519A3-DC7B-4136-B89F-EBA9E77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4238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实际 episode rows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Lankershim 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F13C4-DB62-4F95-9E3C-D863AA1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390775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20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A4370-AE31-4DCC-AF66-73DB9DF4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window ID 交集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6C5CD-392B-4AB4-82DA-B92F25B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full 另有 177 对原始区间重叠；旧 48-window CI 不能当独立推断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6250E-3330-45EB-836A-ADDC588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D89AB-8069-45B8-B851-E2FE760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44 / 62</a:t>
            </a:r>
          </a:p>
        </p:txBody>
      </p:sp>
    </p:spTree>
    <p:extLst>
      <p:ext uri="{BB962C8B-B14F-4D97-AF65-F5344CB8AC3E}">
        <p14:creationId xmlns:p14="http://schemas.microsoft.com/office/powerpoint/2010/main" val="33151518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1F61E-F8F9-41F0-82CA-DDD3D6C1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780F7-2C80-4425-BF64-5B2CD4AC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c2f86c3a24c3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65B73-AEDC-490E-B7A5-2C1FBEC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第六部分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EDEDE-149F-4404-A855-27B0CCD6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结论边界与下一步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CE573-EA74-48EC-9ADB-4352703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AF6A6-1501-4F22-8097-E5B0C47F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哪些结论已经可以稳妥表达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0B63-A8A5-4E00-8FFD-D7802D27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哪些仍然 UNVERIFIED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78A1D-A40F-44BD-BABD-77F7FE6E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以可证伪实验推进论文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AD0A6-1058-48D3-8B56-C7897FEB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FC4CA-C7A2-403F-97CD-E25421F2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45 / 62</a:t>
            </a:r>
          </a:p>
        </p:txBody>
      </p:sp>
    </p:spTree>
    <p:extLst>
      <p:ext uri="{BB962C8B-B14F-4D97-AF65-F5344CB8AC3E}">
        <p14:creationId xmlns:p14="http://schemas.microsoft.com/office/powerpoint/2010/main" val="174149424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E09EE-93EC-4518-8856-A69CDFDE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07596-7A97-4151-9BAF-AC6107E5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f9fa2037b4f3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ADA28-C233-4CA2-9E8F-50668DDD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证据账本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2B0D2-904B-423C-B012-A31324B2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当前可说与不可说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6911B-9C9F-4EBB-8A32-810B7DA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7A39610-DBF9-4DBF-BC87-C6168E4E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4619625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有界可说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共享顺序改变传输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技术后缀恢复保真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开发结果暴露实现问题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3F5FCFB-C82F-4976-95BA-2B111CCD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95525"/>
            <a:ext cx="4619625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仍待证明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真实跨 RSU 净收益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联合机制因果交互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 超过公平强基线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A20B2-7C1E-4155-9865-22B4C6DE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673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所有正向数字都保留场景和证据边界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57CFF-54C7-4F0C-8241-D5FE7BB7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3D4E1-62DC-4B95-B3B3-B2E4D407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46 / 62</a:t>
            </a:r>
          </a:p>
        </p:txBody>
      </p:sp>
    </p:spTree>
    <p:extLst>
      <p:ext uri="{BB962C8B-B14F-4D97-AF65-F5344CB8AC3E}">
        <p14:creationId xmlns:p14="http://schemas.microsoft.com/office/powerpoint/2010/main" val="49916027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479DB-A432-4CF6-B8A7-B39045B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28D2C-B706-4EB7-B85D-0002FA01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1d0b1cd2447d5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AE4F3-5A09-4A49-8013-36340228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主要限制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5862F-12A0-410A-ABD2-769299E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当前证据尚未闭合的四条链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96524-0194-49DF-8141-AF144738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75334-4450-47BE-93CD-99A557FA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12BBD-2DFE-4A75-893B-1F452E7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工作负载：AI 标签与模型兼容仍缺真实联合校准。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11E09-CF93-4813-B603-D3D64A0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2705E-BC7A-446A-94EA-BEBA3C6F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系统：action 4 未接入真实状态 export/import 与无线传输。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8731A-2FD5-403D-A708-A41F00D0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AE90D-8D8D-4B7D-A129-3182050A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方法：三头 behavior/update 一致性和公平重训待完成。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B1194-5B19-4AA2-876D-04F536B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B97DD-483A-470B-A962-6972CF36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统计：需新独立原始区间、预注册 endpoint 与可审计命令。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96027-70EE-45E1-B737-9B306705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EEA74-04FF-48FC-9162-465B4A84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47 / 62</a:t>
            </a:r>
          </a:p>
        </p:txBody>
      </p:sp>
    </p:spTree>
    <p:extLst>
      <p:ext uri="{BB962C8B-B14F-4D97-AF65-F5344CB8AC3E}">
        <p14:creationId xmlns:p14="http://schemas.microsoft.com/office/powerpoint/2010/main" val="51796576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39250" y="31051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48500" y="31051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57750" y="31051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1051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ABA86-575C-4DC3-B27C-09C44CE1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B08E9-C217-41D1-B298-FE6402FF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846f0198a46d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EA4D1-BD85-456C-B225-AED74D45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3E1F1-98B6-4B39-9658-95AC87F7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最近的一步：先闭合 action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99789-6700-4BBD-BFCD-3070B91F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9F9859E-6CFC-43F2-A86C-429A34A7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state package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2CDBE201-B4ED-4EE4-A72F-DB94B207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7175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新实例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D3537B8-DE72-4806-838D-6B405D1D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比较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局部规则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73F714CE-2E74-4E05-82C8-B68F3552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量化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真实成本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B00B01C-EFF3-43F3-8A94-CF99EC2E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7175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判断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盈亏边界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F4A28-2AC1-4A19-8BCD-19A98723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未稳定跨越边界即停止算法扩展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1B3D1-9211-4C15-94D1-5BCC30CB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A0EF4-0C58-4471-B9E4-2D6C782C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48 / 62</a:t>
            </a:r>
          </a:p>
        </p:txBody>
      </p:sp>
    </p:spTree>
    <p:extLst>
      <p:ext uri="{BB962C8B-B14F-4D97-AF65-F5344CB8AC3E}">
        <p14:creationId xmlns:p14="http://schemas.microsoft.com/office/powerpoint/2010/main" val="6880539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39050" y="31242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31242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74C63-AF84-4E45-8888-CE4BD85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DA1F2-9C26-4BD1-8482-C1C3A1F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4f837d07e43f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335A0-69E3-464D-9784-DD8810E8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后续路线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2BC04-45AF-46BD-93FD-62F060D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满足前置条件后再做机制与算法验证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045A9-42F9-431D-9866-38247194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B8798EA-2402-4DF1-80A4-B05B106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身份与独立性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修复窗口 / 冻结区间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4AF89EBC-2CA0-4274-8775-DF365FF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机制 2×2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× 状态迁移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13E6703-ACD3-4CC7-BEAE-F601064D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47925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公平算法比较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 / PPO / DT / 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4CA16-3AA7-4810-8077-AD3830A3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每一阶段失败都停止 confirmatory 晋级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66EB3-9AC9-4465-AB7E-C457A6A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7A00A-C901-4CE7-9660-267243A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49 / 62</a:t>
            </a:r>
          </a:p>
        </p:txBody>
      </p:sp>
    </p:spTree>
    <p:extLst>
      <p:ext uri="{BB962C8B-B14F-4D97-AF65-F5344CB8AC3E}">
        <p14:creationId xmlns:p14="http://schemas.microsoft.com/office/powerpoint/2010/main" val="207805356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496F0-C5F2-4A26-9CA8-164894E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D3ECD-B95D-40D2-872C-528D6D8F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89aa1489b401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CDC74-DEA9-462D-9239-C58BC755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结语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C47EF-EB65-47AC-A08C-F0EEF02C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论文价值取决于机制兑现与公平对照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A9437-75C8-4116-815F-653E863D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5719D-203F-41BF-9AB3-D5FAA475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先证明目标端究竟需要什么。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394C4-9906-4556-802A-F094CD44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再证明准备何时值得。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170A1-542B-41A7-87B9-7253CD1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最后证明复杂控制是否带来额外收益。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AD0CC-88DA-4A7A-8CDD-A2841041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A69D1-7BC0-4354-BE08-78BB7D4C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50 / 62</a:t>
            </a:r>
          </a:p>
        </p:txBody>
      </p:sp>
    </p:spTree>
    <p:extLst>
      <p:ext uri="{BB962C8B-B14F-4D97-AF65-F5344CB8AC3E}">
        <p14:creationId xmlns:p14="http://schemas.microsoft.com/office/powerpoint/2010/main" val="153333613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6C1C5-15D2-4191-8614-50776261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8666-92D3-454A-A2B4-DD7BECE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b4f67213d400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74641-454B-4A71-8C41-CE8BFDC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附录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E7977-2ED6-4479-BCD7-22F80D7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参考文献与证据索引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F9ED0-8E9F-48BB-B105-4E528639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2205C-5B7E-4791-A2A3-22283708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最近邻论文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F96B2-C27B-41A4-B918-06CBF00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项目原始证据目录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FD79B-BCC9-43F6-9EDA-F0BF0FCD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报告中的单位与口径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E859C-0100-4E1D-A8E1-C2489909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147AA-492A-4692-B148-75EDB763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51 / 62</a:t>
            </a:r>
          </a:p>
        </p:txBody>
      </p:sp>
    </p:spTree>
    <p:extLst>
      <p:ext uri="{BB962C8B-B14F-4D97-AF65-F5344CB8AC3E}">
        <p14:creationId xmlns:p14="http://schemas.microsoft.com/office/powerpoint/2010/main" val="153920178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B0423-6373-4E5B-8FD3-A89608FF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F0712-9B69-47E3-9247-D80E2A75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f915ae93e4129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4B534-3C88-4B99-BA1C-F6533BFD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文献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A994E-0964-4014-B6B0-86E57078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研究最近邻与方法参照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A96E3-32F2-437E-8D13-61795377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C2F9F-F76B-4941-9BD9-EE1BAE9F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7839-1FC4-49F4-8A85-41E156B0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TMC 2025：Dual Dependency-Aware Collaborative Service Caching and Task Offloading。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EC579-A252-4107-9F06-A4F6D07E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15E29-B0CD-4735-8FD2-ED184C25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MLSys 2024：SLoRA 与 Punica，支撑共享 base / 多 adapter 对象模型。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5A8CB-D6A1-42BA-A209-3545864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68A7F-A6B4-4DD6-A742-3E32056D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TVT 2026：mobility-aware migration；FGCS 2026：edge agentic workflow offloading。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97CFA-78AD-4506-BE7E-BD67D633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40622-AF46-4A2E-BD1A-C476D8F8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NeurIPS 2019/2022：RUDDER 与 cooperative PPO 强基线。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CF368-BB4B-45AE-AC8B-A4495CDB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16698-ABE7-4077-819F-30EFCB3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52 / 62</a:t>
            </a:r>
          </a:p>
        </p:txBody>
      </p:sp>
    </p:spTree>
    <p:extLst>
      <p:ext uri="{BB962C8B-B14F-4D97-AF65-F5344CB8AC3E}">
        <p14:creationId xmlns:p14="http://schemas.microsoft.com/office/powerpoint/2010/main" val="198832458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847975"/>
            <a:ext cx="4286250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847975"/>
            <a:ext cx="1476375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714875" y="2847975"/>
            <a:ext cx="1381125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857375" y="2847975"/>
            <a:ext cx="4238625" cy="1152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6E4BC-252F-426C-9F33-B7EA071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A2826-E1E6-4FA1-AF16-0674A64B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4b5efbfe743e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01AAF-11C3-4D1F-95EF-A95250E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artifact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2C650-283D-4742-AB97-DFA94D1E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结果应回到原始产物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1F1D4-FCCD-404D-9747-2FC81D80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239CAAA-A3FD-4777-809D-105977A5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62175"/>
            <a:ext cx="2819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报告数字与结论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9D2C2C0-2CFE-4B6C-B0B4-47C0ADCD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开发矩阵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失败成本复算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D4F9A29-8AB5-450B-8AA0-5B5E8FA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A/C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四配置 + 12 场景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C0996978-AF2B-4C98-BF18-8B38921C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后缀恢复 receipt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28FAC5C-02B1-43E6-8A43-5EE3B5DE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 / v70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独立审计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B497B-3035-4527-9716-41E86AF0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B0F77-9706-45DD-B8A0-FDD166CF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53 / 62</a:t>
            </a:r>
          </a:p>
        </p:txBody>
      </p:sp>
    </p:spTree>
    <p:extLst>
      <p:ext uri="{BB962C8B-B14F-4D97-AF65-F5344CB8AC3E}">
        <p14:creationId xmlns:p14="http://schemas.microsoft.com/office/powerpoint/2010/main" val="28878527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75782-62D4-4DCF-8663-508F9AF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005B7-8C73-40BC-AF8F-A774B7C1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d5880248e48a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E2EA5-5951-4522-8B4D-FFE10A6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A2558-45F7-4CB7-8CDD-E47BDFC4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单位、分母与缺失值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C5374-8D84-4509-9CAC-F69FB20B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84ED8-D4DF-4121-96C8-0B20567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A4958-E562-41E2-95E7-77CD224F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统计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6E29E-9E5F-40D5-8193-4AE20FA5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MB 与 MiB 不互换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E67EC-1CE6-4925-94F5-593FCDC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传输包括失败尝试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1AA18-CBA3-4CF5-8CE1-15309C5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状态包字节与模型目录分开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95FEA-4FE6-4FD2-BAFD-BD3ED85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672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分析时间不是网络实测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5710F-13AA-40EC-99F7-AA154386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workflow completion 优先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EECE9-5DBF-4634-90A3-28469AFE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条件延迟带覆盖率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C9369-2883-43B5-AE76-F0362D9E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原始区间是外层单位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4B30F-A4C8-4478-9A9E-E221C625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缺失结果不补零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B7FA5-2F58-4ED1-81A6-B7C5539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083A5-FF0C-4F16-BD7F-D9B8DA95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54 / 62</a:t>
            </a:r>
          </a:p>
        </p:txBody>
      </p:sp>
    </p:spTree>
    <p:extLst>
      <p:ext uri="{BB962C8B-B14F-4D97-AF65-F5344CB8AC3E}">
        <p14:creationId xmlns:p14="http://schemas.microsoft.com/office/powerpoint/2010/main" val="136222756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CAD41-29F5-43B0-A0FD-4FEF2EE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E3F51-D7D7-4B29-A205-E99B694D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da5fb34c3402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4E146-DE85-4C2F-A865-D5B5C24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审查元数据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7EB75-C82E-47C9-9D70-D4C03A3C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本报告引用的既有证据层级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28E29-2C6E-44FD-9D46-CB6743D2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08BFB-FC5E-4466-940B-D541A1E2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5C280-3D56-46CC-B2E3-72D9E4B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机制闭环：2026-10-05，E2 bounded native + technical workflow，非 formal。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2B318-7757-49B9-8971-164D58DE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D8137-6025-4E98-91F7-65980297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v70 强基线审计：2026-10-09，E1+ raw partial，confirmatory claim UNVERIFIED。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2D5AD-4033-4470-BC4E-FE2FDF7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BF907-CDDF-46B7-9B0A-7C34E14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formal-only 审计：2026-09-21，缺独立 holdout 与全包复核，paper-ready Unverifiable。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E449B-7FE5-49F1-9087-3CD1C01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89FA0-69DE-4E25-8694-6DEC20CE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论文工作稿：2026-09-28，尚非投稿稿。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E1724-E9D9-41B5-98A3-F82FB6DE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E9F8C-3E8B-4FC8-A447-3C2B4703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55 / 62</a:t>
            </a:r>
          </a:p>
        </p:txBody>
      </p:sp>
    </p:spTree>
    <p:extLst>
      <p:ext uri="{BB962C8B-B14F-4D97-AF65-F5344CB8AC3E}">
        <p14:creationId xmlns:p14="http://schemas.microsoft.com/office/powerpoint/2010/main" val="180651682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260D8-84FC-4AAB-AA76-1868D2E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B2D5-6D9E-4619-BFB8-C12A04C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f89f7eb444a8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BDD23-2BA9-4F68-AF45-D345C2F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附录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71FA8-E451-4925-A15A-A7EB04BE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奖励与算法细节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7B889-C46F-4875-99D6-A9376E16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E10AB-6594-48FF-B038-5AFD6FED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环境奖励各项从何而来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C49BE-437A-4A5D-9B72-724F2743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三头控制器如何形成合法动作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D9A19-283D-45C5-B5DD-79B7D27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 如何更新及如何阅读训练曲线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DE57F-03DE-417A-9B2B-2B02A864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2CB80-8D2A-4028-B2CD-821899AE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56 / 62</a:t>
            </a:r>
          </a:p>
        </p:txBody>
      </p:sp>
    </p:spTree>
    <p:extLst>
      <p:ext uri="{BB962C8B-B14F-4D97-AF65-F5344CB8AC3E}">
        <p14:creationId xmlns:p14="http://schemas.microsoft.com/office/powerpoint/2010/main" val="130513329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0C4ED-049C-46BE-8234-4B2402A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49E1F-D619-4CA6-83D8-0BCDC59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30b2a33d148c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EEA93-1A0B-4767-895E-843DC5C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奖励定义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75A08-FCD4-41A1-A5C1-D4B22E7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每步环境奖励的可审计分解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D3AB1-1E44-455A-A7AA-3AD0A14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90250-F194-4127-8920-5856F09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rₜ = b + Sₜ + Cₜ + Xₜ − Dₜ − Mₜ − Gₜ − Qₜ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78124-C296-4C6B-833C-5DF06A80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10193-25E4-40DF-BD84-4DF5BBDB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575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S：服务与节点推进；C：连续性；X：机制探索激励。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8A67C-8E24-4A65-A2E0-0DA40C2F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71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D：时延；M：cache miss；G：迁移成本；Q：约束违例。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2B08C-4B38-4903-A746-4F1629D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为配置的正偏置；无当前节点时该步奖励为 0。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F2EFB-C179-489F-80B2-D30AEAD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2F41E-F2AA-40AB-9709-0B3F1B0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57 / 62</a:t>
            </a:r>
          </a:p>
        </p:txBody>
      </p:sp>
    </p:spTree>
    <p:extLst>
      <p:ext uri="{BB962C8B-B14F-4D97-AF65-F5344CB8AC3E}">
        <p14:creationId xmlns:p14="http://schemas.microsoft.com/office/powerpoint/2010/main" val="64680371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BE29E-54A1-4A64-AD2A-3E611FBC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A9EB0-EA3E-4291-BD49-D0C0D410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184cd4e624a1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AE27D-9894-4307-9CAA-0701A21F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奖励机制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80E59-9345-430F-A273-F656E683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奖励项和可观测事件逐一对应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DF7CC-6F7B-48D3-A96B-5A9764DB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B3A83-9423-49D8-A606-F761BC0D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正向项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3B9EF-B627-4BC6-A897-7EAF494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C9ECFF"/>
                </a:solidFill>
                <a:latin typeface="PingFang SC"/>
                <a:ea typeface="PingFang SC"/>
                <a:cs typeface="PingFang SC"/>
              </a:rPr>
              <a:t>代价与违例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5186C2B-BD66-4642-8153-9F883724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448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S：服务就绪、节点完成、handoff 后继续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43C0BBEC-486A-45DA-BE87-C4D69F50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4448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C：warm / realized prepare 的连续性</a:t>
            </a:r>
          </a:p>
        </p:txBody>
      </p:sp>
      <p:sp>
        <p:nvSpPr>
          <p:cNvPr id="11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4A5541FD-C891-4064-AA96-491BBEBA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448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X：预测 handoff 窗口的探索激励</a:t>
            </a:r>
          </a:p>
        </p:txBody>
      </p:sp>
      <p:sp>
        <p:nvSpPr>
          <p:cNvPr id="12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BA3F7D4A-F93D-46DF-87B1-DC91FB1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490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D：执行等待、切换与 stall</a:t>
            </a:r>
          </a:p>
        </p:txBody>
      </p:sp>
      <p:sp>
        <p:nvSpPr>
          <p:cNvPr id="13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E55D8C37-E80A-430B-94BC-F907EF0D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71875"/>
            <a:ext cx="490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 + G：缓存未命中与迁移成本</a:t>
            </a:r>
          </a:p>
        </p:txBody>
      </p:sp>
      <p:sp>
        <p:nvSpPr>
          <p:cNvPr id="14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620E2A52-155C-4E58-98C6-6620433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490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Q：缺车辆 / 模型 / 服务位置等违例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313A1-2825-4350-AD58-C9EEDF3F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多项可在同一步同时触发；权重与门槛应以环境配置和事件日志复核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F78AA-EAE6-4C1C-8400-48ED34F8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73F36-FA83-4B51-B353-96F9DF9E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58 / 62</a:t>
            </a:r>
          </a:p>
        </p:txBody>
      </p:sp>
    </p:spTree>
    <p:extLst>
      <p:ext uri="{BB962C8B-B14F-4D97-AF65-F5344CB8AC3E}">
        <p14:creationId xmlns:p14="http://schemas.microsoft.com/office/powerpoint/2010/main" val="199173458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9CB1F-0471-46BD-91B8-ED7EB8C8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D6F07-7E36-4D63-8DED-E2CA256C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eb3012c9945c9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D1AEB-A86C-4FD3-A463-C036BC1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训练曲线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FD264-D5C4-4B5E-844A-E1273F00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旧 strict-full v8 训练奖励：5 seed，96 episode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F04F7-623C-4042-9FF0-748AD031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2019300"/>
          <a:ext xmlns:a="http://schemas.openxmlformats.org/drawingml/2006/main" cx="1042987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f1b6341f834f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1B0AF-1F46-41AD-B1EB-4C43B99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578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7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训练 episode（每 12 集取 12 集滚动均值）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E1297-CE42-4F44-9D32-D3231B87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仅用于开发诊断；不能据训练曲线证明独立窗口上的完成率或算法优势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58A8B-4476-4317-AA55-A30540CD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A80BC-7BB9-4FE1-BA72-7CAF89D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59 / 62</a:t>
            </a:r>
          </a:p>
        </p:txBody>
      </p:sp>
    </p:spTree>
    <p:extLst>
      <p:ext uri="{BB962C8B-B14F-4D97-AF65-F5344CB8AC3E}">
        <p14:creationId xmlns:p14="http://schemas.microsoft.com/office/powerpoint/2010/main" val="100721403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05525" y="4086225"/>
            <a:ext cx="3967163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91238" y="4086225"/>
            <a:ext cx="14288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109788" y="4086225"/>
            <a:ext cx="3995738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6105525" y="2867025"/>
            <a:ext cx="401955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867025"/>
            <a:ext cx="952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066925" y="2867025"/>
            <a:ext cx="403860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84C3F-258B-4098-B8B2-3A22AA49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7EC5E-F2A6-43FC-BA9B-C0A9C01D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cf19343e246c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0371F-A424-4B4E-8AE3-49B4BD6A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算法结构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68917-17D3-4DE9-ADD4-7E5AC05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SA-GHMAPPO 的计算图与动作接口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6E9AD-E00B-4A50-83F1-A4766D03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25A2C43-3D65-4FD5-9520-014B7D26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6860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/ frontier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20D3D11-D9DE-4115-BC64-A3A3E01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76450"/>
            <a:ext cx="26860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/ typed cache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C7AD2168-D7B0-4FBB-B006-540FEFC1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6860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mobility surrogate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669DAA0-59D6-4B75-996A-C33D332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62325"/>
            <a:ext cx="4267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共享编码 + reliability gate</a:t>
            </a:r>
          </a:p>
        </p:txBody>
      </p:sp>
      <p:sp>
        <p:nvSpPr>
          <p:cNvPr id="14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B1A23BE-2725-437D-A3F3-70E47613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2714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slow：cache / prefetch</a:t>
            </a:r>
          </a:p>
        </p:txBody>
      </p:sp>
      <p:sp>
        <p:nvSpPr>
          <p:cNvPr id="15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31A6D186-4B06-49FA-A120-440E7CD1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543425"/>
            <a:ext cx="2714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fast：offload / fallback</a:t>
            </a:r>
          </a:p>
        </p:txBody>
      </p:sp>
      <p:sp>
        <p:nvSpPr>
          <p:cNvPr id="16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A8A57DD7-10AC-4E43-885F-A129430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43425"/>
            <a:ext cx="2714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event：handoff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729A1-E81E-461C-A82A-8C5790BF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102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三头条件聚合 → 合法 mask → semantic_discrete_5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4EB28-B0CD-4231-B8F0-21BB9EFF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59278-0649-4F35-BC8E-EA3DD6A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60 / 62</a:t>
            </a:r>
          </a:p>
        </p:txBody>
      </p:sp>
    </p:spTree>
    <p:extLst>
      <p:ext uri="{BB962C8B-B14F-4D97-AF65-F5344CB8AC3E}">
        <p14:creationId xmlns:p14="http://schemas.microsoft.com/office/powerpoint/2010/main" val="175411053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86675" y="44481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933825" y="44481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96325" y="2619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38825" y="2619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81325" y="2619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BFF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EA30A-E46E-4B47-8B7E-2D259E51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D4CC2-D267-4C52-8EB7-14E14A2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634990f4143f5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66C8F-B391-49DE-AF57-4762E63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训练算法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D98AA-E803-4BF9-8C72-B504A964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一轮 rollout 到 PPO 更新的闭环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506AE-FE42-4BB4-B8C5-05A959D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CE5589AF-E73A-44D6-BE31-1EB43EDE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语义状态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+ RSU + 预测</a:t>
            </a:r>
          </a:p>
        </p:txBody>
      </p:sp>
      <p:sp>
        <p:nvSpPr>
          <p:cNvPr id="8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91909A18-9325-4D12-A772-8CB6F90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43125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三头策略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slow / fast / event</a:t>
            </a:r>
          </a:p>
        </p:txBody>
      </p:sp>
      <p:sp>
        <p:nvSpPr>
          <p:cNvPr id="9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DA2F56C6-BF72-493E-BFC2-548E2339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mask + guards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形成环境动作</a:t>
            </a:r>
          </a:p>
        </p:txBody>
      </p:sp>
      <p:sp>
        <p:nvSpPr>
          <p:cNvPr id="10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4230B804-B0C8-495A-B394-A416A04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43125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④ 环境交互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reward + 指标</a:t>
            </a:r>
          </a:p>
        </p:txBody>
      </p:sp>
      <p:sp>
        <p:nvSpPr>
          <p:cNvPr id="14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C0AD5C0-14FC-4DFA-88FE-DB0626E1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71925"/>
            <a:ext cx="320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⑤ rollout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return / advantage</a:t>
            </a:r>
          </a:p>
        </p:txBody>
      </p:sp>
      <p:sp>
        <p:nvSpPr>
          <p:cNvPr id="15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8FC1C571-EE98-4BEA-8B12-ABC464E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71925"/>
            <a:ext cx="320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E4EB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⑥ PPO clipped ratio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value + auxiliary</a:t>
            </a:r>
          </a:p>
        </p:txBody>
      </p:sp>
      <p:sp>
        <p:nvSpPr>
          <p:cNvPr id="16" name="research-diagram-node">
            <a:extLst xmlns:a="http://schemas.openxmlformats.org/drawingml/2006/main">
              <a:ext uri="{FF2B5EF4-FFF2-40B4-BE49-F238E27FC236}">
                <a16:creationId xmlns:a16="http://schemas.microsoft.com/office/drawing/2014/main" id="{F8638EEE-C67F-4DC1-AAB0-5CF8571A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71925"/>
            <a:ext cx="320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AE"/>
          </a:solidFill>
          <a:ln xmlns:a="http://schemas.openxmlformats.org/drawingml/2006/main" w="19050">
            <a:solidFill>
              <a:srgbClr val="C9ECF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⑦ 梯度更新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checkpoint + manifest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1D91A-1F11-4A67-A194-819F2524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62575"/>
            <a:ext cx="693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行为动作的 log-prob 与更新分布必须一致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F9039-A97C-469D-9BC8-C241A5A2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1750D-89EF-44D1-A687-CBD5A02D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61 / 62</a:t>
            </a:r>
          </a:p>
        </p:txBody>
      </p:sp>
    </p:spTree>
    <p:extLst>
      <p:ext uri="{BB962C8B-B14F-4D97-AF65-F5344CB8AC3E}">
        <p14:creationId xmlns:p14="http://schemas.microsoft.com/office/powerpoint/2010/main" val="18293804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9CF40-43DE-47F4-ABA6-3FBFB75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EA212-9A1D-4C7D-8839-9E8D0EE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ba97765d04f4c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2620D-FBDF-435E-8706-08966AC1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优化目标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989CD-978B-4693-98AA-9E3D5FA2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 目标与机制信号的位置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474C9-59C9-4918-A30D-183D31CC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5C372-F756-407A-9919-2D175353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 = Lactor + cᵥLvalue − cₕH(π) + cₐLaux + cₘLmech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24D0D-7C17-461E-B194-38CFCE6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2A5B5-BC8C-415A-8C23-62C8910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575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各策略头用自己的 ratio 与 clipped surrogate，并按 head credit 聚合。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F303C-4403-45B7-820A-67950FD6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71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event head 可混合 event-specific advantage；机制窗口加权作用于训练。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FBA1E-9B29-45E9-8AEB-02119AC6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辅助目标与 policy guard 均须单独消融，不能写作新的环境奖励。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FC24E-A716-4961-BFFD-5C052D1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65A4A-E0F5-44A8-A164-7B743016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4EBFF"/>
                </a:solidFill>
                <a:latin typeface="PingFang SC"/>
                <a:ea typeface="PingFang SC"/>
                <a:cs typeface="PingFang SC"/>
              </a:rPr>
              <a:t>62 / 62</a:t>
            </a:r>
          </a:p>
        </p:txBody>
      </p:sp>
    </p:spTree>
    <p:extLst>
      <p:ext uri="{BB962C8B-B14F-4D97-AF65-F5344CB8AC3E}">
        <p14:creationId xmlns:p14="http://schemas.microsoft.com/office/powerpoint/2010/main" val="917753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2026-10-10T14:32:08.1480000Z</dcterms:created>
  <dcterms:modified xsi:type="dcterms:W3CDTF">2026-10-10T14:32:08.1480000Z</dcterms:modified>
</coreProperties>
</file>